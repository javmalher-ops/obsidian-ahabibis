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7" r:id="rId3"/>
    <p:sldId id="256" r:id="rId4"/>
    <p:sldId id="263" r:id="rId5"/>
    <p:sldId id="264" r:id="rId6"/>
    <p:sldId id="266" r:id="rId7"/>
    <p:sldId id="261" r:id="rId8"/>
    <p:sldId id="262" r:id="rId9"/>
    <p:sldId id="267" r:id="rId10"/>
    <p:sldId id="258" r:id="rId11"/>
    <p:sldId id="260" r:id="rId12"/>
    <p:sldId id="268" r:id="rId13"/>
    <p:sldId id="259" r:id="rId14"/>
    <p:sldId id="269" r:id="rId1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876"/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44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8" Type="http://schemas.openxmlformats.org/officeDocument/2006/relationships/slideLayout" Target="../slideLayouts/slideLayout2.xml"/><Relationship Id="rId27" Type="http://schemas.openxmlformats.org/officeDocument/2006/relationships/image" Target="../media/image32.png"/><Relationship Id="rId26" Type="http://schemas.openxmlformats.org/officeDocument/2006/relationships/image" Target="../media/image31.png"/><Relationship Id="rId25" Type="http://schemas.openxmlformats.org/officeDocument/2006/relationships/image" Target="../media/image5.jpeg"/><Relationship Id="rId24" Type="http://schemas.openxmlformats.org/officeDocument/2006/relationships/image" Target="../media/image30.png"/><Relationship Id="rId23" Type="http://schemas.openxmlformats.org/officeDocument/2006/relationships/image" Target="../media/image29.png"/><Relationship Id="rId22" Type="http://schemas.openxmlformats.org/officeDocument/2006/relationships/image" Target="../media/image28.png"/><Relationship Id="rId21" Type="http://schemas.openxmlformats.org/officeDocument/2006/relationships/image" Target="../media/image27.png"/><Relationship Id="rId20" Type="http://schemas.openxmlformats.org/officeDocument/2006/relationships/image" Target="../media/image26.png"/><Relationship Id="rId2" Type="http://schemas.openxmlformats.org/officeDocument/2006/relationships/image" Target="../media/image8.png"/><Relationship Id="rId19" Type="http://schemas.openxmlformats.org/officeDocument/2006/relationships/image" Target="../media/image25.png"/><Relationship Id="rId18" Type="http://schemas.openxmlformats.org/officeDocument/2006/relationships/image" Target="../media/image24.png"/><Relationship Id="rId17" Type="http://schemas.openxmlformats.org/officeDocument/2006/relationships/image" Target="../media/image23.png"/><Relationship Id="rId16" Type="http://schemas.openxmlformats.org/officeDocument/2006/relationships/image" Target="../media/image22.png"/><Relationship Id="rId15" Type="http://schemas.openxmlformats.org/officeDocument/2006/relationships/image" Target="../media/image21.png"/><Relationship Id="rId14" Type="http://schemas.openxmlformats.org/officeDocument/2006/relationships/image" Target="../media/image20.png"/><Relationship Id="rId13" Type="http://schemas.openxmlformats.org/officeDocument/2006/relationships/image" Target="../media/image19.png"/><Relationship Id="rId12" Type="http://schemas.openxmlformats.org/officeDocument/2006/relationships/image" Target="../media/image18.png"/><Relationship Id="rId11" Type="http://schemas.openxmlformats.org/officeDocument/2006/relationships/image" Target="../media/image17.png"/><Relationship Id="rId10" Type="http://schemas.openxmlformats.org/officeDocument/2006/relationships/image" Target="../media/image16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jpeg"/><Relationship Id="rId8" Type="http://schemas.openxmlformats.org/officeDocument/2006/relationships/image" Target="../media/image40.png"/><Relationship Id="rId7" Type="http://schemas.openxmlformats.org/officeDocument/2006/relationships/image" Target="../media/image39.png"/><Relationship Id="rId6" Type="http://schemas.openxmlformats.org/officeDocument/2006/relationships/image" Target="../media/image38.jpeg"/><Relationship Id="rId5" Type="http://schemas.openxmlformats.org/officeDocument/2006/relationships/image" Target="../media/image37.jpeg"/><Relationship Id="rId4" Type="http://schemas.openxmlformats.org/officeDocument/2006/relationships/image" Target="../media/image36.jpeg"/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42.jpeg"/><Relationship Id="rId1" Type="http://schemas.openxmlformats.org/officeDocument/2006/relationships/image" Target="../media/image33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.png"/><Relationship Id="rId8" Type="http://schemas.openxmlformats.org/officeDocument/2006/relationships/image" Target="../media/image50.png"/><Relationship Id="rId7" Type="http://schemas.openxmlformats.org/officeDocument/2006/relationships/image" Target="../media/image49.png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54.png"/><Relationship Id="rId11" Type="http://schemas.openxmlformats.org/officeDocument/2006/relationships/image" Target="../media/image53.png"/><Relationship Id="rId10" Type="http://schemas.openxmlformats.org/officeDocument/2006/relationships/image" Target="../media/image52.png"/><Relationship Id="rId1" Type="http://schemas.openxmlformats.org/officeDocument/2006/relationships/image" Target="../media/image4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6.png"/><Relationship Id="rId1" Type="http://schemas.openxmlformats.org/officeDocument/2006/relationships/image" Target="../media/image51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hyperlink" Target="http://www.imile.com/" TargetMode="External"/><Relationship Id="rId4" Type="http://schemas.openxmlformats.org/officeDocument/2006/relationships/image" Target="../media/image60.png"/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Imagen 4"/>
          <p:cNvPicPr/>
          <p:nvPr/>
        </p:nvPicPr>
        <p:blipFill>
          <a:blip r:embed="rId1"/>
          <a:srcRect l="15287" t="10395" r="22316" b="14123"/>
          <a:stretch>
            <a:fillRect/>
          </a:stretch>
        </p:blipFill>
        <p:spPr>
          <a:xfrm>
            <a:off x="396875" y="331470"/>
            <a:ext cx="1896110" cy="925195"/>
          </a:xfrm>
          <a:prstGeom prst="rect">
            <a:avLst/>
          </a:prstGeom>
        </p:spPr>
      </p:pic>
      <p:sp>
        <p:nvSpPr>
          <p:cNvPr id="10" name="Cuadro de texto 9"/>
          <p:cNvSpPr txBox="1"/>
          <p:nvPr/>
        </p:nvSpPr>
        <p:spPr>
          <a:xfrm>
            <a:off x="598170" y="1350010"/>
            <a:ext cx="52711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s-MX" altLang="es-ES"/>
              <a:t>Empresa de paqueteria global con enfoque en Ecommerce</a:t>
            </a:r>
            <a:endParaRPr lang="es-MX" altLang="es-ES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6435" y="0"/>
            <a:ext cx="5156200" cy="6858000"/>
          </a:xfrm>
          <a:prstGeom prst="rect">
            <a:avLst/>
          </a:prstGeom>
        </p:spPr>
      </p:pic>
      <p:sp>
        <p:nvSpPr>
          <p:cNvPr id="12" name="Cuadro de texto 11"/>
          <p:cNvSpPr txBox="1"/>
          <p:nvPr/>
        </p:nvSpPr>
        <p:spPr>
          <a:xfrm>
            <a:off x="506095" y="2219960"/>
            <a:ext cx="4958715" cy="3925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r>
              <a:rPr lang="es-MX" altLang="es-ES"/>
              <a:t>Fundada en </a:t>
            </a:r>
            <a:r>
              <a:rPr lang="es-MX" altLang="es-ES" sz="2800" b="1">
                <a:solidFill>
                  <a:srgbClr val="001876"/>
                </a:solidFill>
              </a:rPr>
              <a:t>2017 </a:t>
            </a:r>
            <a:r>
              <a:rPr lang="es-MX" altLang="es-ES"/>
              <a:t>, con Presencia en </a:t>
            </a:r>
            <a:r>
              <a:rPr lang="es-MX" altLang="es-ES" sz="2800" b="1">
                <a:solidFill>
                  <a:srgbClr val="001876"/>
                </a:solidFill>
              </a:rPr>
              <a:t>30 </a:t>
            </a:r>
            <a:r>
              <a:rPr lang="es-MX" altLang="es-ES"/>
              <a:t>países cubriendo Latinoaméria, Asia, Europa</a:t>
            </a:r>
            <a:r>
              <a:rPr lang="en-US" altLang="es-ES"/>
              <a:t>, Ocean</a:t>
            </a:r>
            <a:r>
              <a:rPr lang="en-US" altLang="en-US"/>
              <a:t>í</a:t>
            </a:r>
            <a:r>
              <a:rPr lang="en-US" altLang="es-ES"/>
              <a:t>a y </a:t>
            </a:r>
            <a:r>
              <a:rPr lang="" altLang="en-US"/>
              <a:t>Á</a:t>
            </a:r>
            <a:r>
              <a:rPr lang="en-US" altLang="es-ES"/>
              <a:t>frica.</a:t>
            </a:r>
            <a:endParaRPr lang="en-US" altLang="es-ES"/>
          </a:p>
          <a:p>
            <a:pPr algn="just"/>
            <a:r>
              <a:rPr lang="es-MX" altLang="en-US"/>
              <a:t>  </a:t>
            </a:r>
            <a:endParaRPr lang="es-MX" altLang="en-US"/>
          </a:p>
          <a:p>
            <a:r>
              <a:rPr lang="en-US" altLang="es-ES"/>
              <a:t>Aumento acelerado del </a:t>
            </a:r>
            <a:r>
              <a:rPr lang="es-MX" altLang="es-ES" sz="2800" b="1">
                <a:solidFill>
                  <a:srgbClr val="001876"/>
                </a:solidFill>
              </a:rPr>
              <a:t>100%</a:t>
            </a:r>
            <a:r>
              <a:rPr lang="en-US" altLang="es-ES"/>
              <a:t> en inversi</a:t>
            </a:r>
            <a:r>
              <a:rPr lang="en-US" altLang="en-US"/>
              <a:t>ó</a:t>
            </a:r>
            <a:r>
              <a:rPr lang="en-US" altLang="es-ES"/>
              <a:t>n tecnol</a:t>
            </a:r>
            <a:r>
              <a:rPr lang="en-US" altLang="en-US"/>
              <a:t>ó</a:t>
            </a:r>
            <a:r>
              <a:rPr lang="en-US" altLang="es-ES"/>
              <a:t>gica, con un enfoque estrat</a:t>
            </a:r>
            <a:r>
              <a:rPr lang="en-US" altLang="en-US"/>
              <a:t>é</a:t>
            </a:r>
            <a:r>
              <a:rPr lang="en-US" altLang="es-ES"/>
              <a:t>gico en la innovaci</a:t>
            </a:r>
            <a:r>
              <a:rPr lang="en-US" altLang="en-US"/>
              <a:t>ó</a:t>
            </a:r>
            <a:r>
              <a:rPr lang="en-US" altLang="es-ES"/>
              <a:t>n de </a:t>
            </a:r>
            <a:r>
              <a:rPr lang="en-US" altLang="en-US"/>
              <a:t>ú</a:t>
            </a:r>
            <a:r>
              <a:rPr lang="en-US" altLang="es-ES"/>
              <a:t>ltima milla.</a:t>
            </a:r>
            <a:endParaRPr lang="en-US" altLang="es-ES"/>
          </a:p>
          <a:p>
            <a:endParaRPr lang="en-US" altLang="es-ES"/>
          </a:p>
          <a:p>
            <a:endParaRPr lang="en-US" altLang="es-E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953745" y="3327768"/>
            <a:ext cx="122783" cy="10991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681227" y="2985516"/>
            <a:ext cx="1074420" cy="85725"/>
          </a:xfrm>
          <a:custGeom>
            <a:avLst/>
            <a:gdLst/>
            <a:ahLst/>
            <a:cxnLst/>
            <a:rect l="l" t="t" r="r" b="b"/>
            <a:pathLst>
              <a:path w="1074420" h="85725">
                <a:moveTo>
                  <a:pt x="1074420" y="85343"/>
                </a:moveTo>
                <a:lnTo>
                  <a:pt x="0" y="85343"/>
                </a:lnTo>
                <a:lnTo>
                  <a:pt x="0" y="0"/>
                </a:lnTo>
                <a:lnTo>
                  <a:pt x="1074420" y="0"/>
                </a:lnTo>
                <a:lnTo>
                  <a:pt x="1074420" y="85343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81202" y="2105533"/>
            <a:ext cx="68389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spc="-25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30</a:t>
            </a:r>
            <a:endParaRPr sz="42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1355" y="2694939"/>
            <a:ext cx="2047239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países</a:t>
            </a:r>
            <a:r>
              <a:rPr sz="1600" spc="-6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con</a:t>
            </a:r>
            <a:r>
              <a:rPr sz="1600" spc="-6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operacion</a:t>
            </a:r>
            <a:endParaRPr sz="16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1202" y="3197237"/>
            <a:ext cx="174752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spc="-10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4000+</a:t>
            </a:r>
            <a:endParaRPr sz="42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1202" y="3793045"/>
            <a:ext cx="108585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empleados</a:t>
            </a:r>
            <a:endParaRPr sz="16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1202" y="4288942"/>
            <a:ext cx="93599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4</a:t>
            </a:r>
            <a:r>
              <a:rPr sz="4200" b="1" spc="-305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spc="-2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R&amp;D</a:t>
            </a:r>
            <a:endParaRPr sz="16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1355" y="4933315"/>
            <a:ext cx="17748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Shenzhen</a:t>
            </a: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、Hangzhou</a:t>
            </a:r>
            <a:r>
              <a:rPr sz="1200" spc="-5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、</a:t>
            </a:r>
            <a:endParaRPr sz="12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1355" y="5161915"/>
            <a:ext cx="13646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Shanghai</a:t>
            </a: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、Polania</a:t>
            </a:r>
            <a:endParaRPr sz="12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426719" y="205105"/>
            <a:ext cx="9627870" cy="774700"/>
          </a:xfrm>
          <a:prstGeom prst="rect">
            <a:avLst/>
          </a:prstGeom>
        </p:spPr>
        <p:txBody>
          <a:bodyPr vert="horz" wrap="square" lIns="0" tIns="221614" rIns="0" bIns="0" rtlCol="0">
            <a:spAutoFit/>
          </a:bodyPr>
          <a:lstStyle/>
          <a:p>
            <a:pPr marL="427990">
              <a:lnSpc>
                <a:spcPct val="100000"/>
              </a:lnSpc>
              <a:spcBef>
                <a:spcPts val="100"/>
              </a:spcBef>
            </a:pPr>
            <a:r>
              <a:rPr lang="es-MX" sz="3600" dirty="0">
                <a:solidFill>
                  <a:srgbClr val="062CFF"/>
                </a:solidFill>
              </a:rPr>
              <a:t>Presencia G</a:t>
            </a:r>
            <a:r>
              <a:rPr sz="3600" spc="-10" dirty="0">
                <a:solidFill>
                  <a:srgbClr val="062CFF"/>
                </a:solidFill>
              </a:rPr>
              <a:t>lobal</a:t>
            </a:r>
            <a:endParaRPr sz="3600"/>
          </a:p>
        </p:txBody>
      </p:sp>
      <p:grpSp>
        <p:nvGrpSpPr>
          <p:cNvPr id="12" name="object 12"/>
          <p:cNvGrpSpPr/>
          <p:nvPr/>
        </p:nvGrpSpPr>
        <p:grpSpPr>
          <a:xfrm>
            <a:off x="681227" y="333756"/>
            <a:ext cx="11205971" cy="5704699"/>
            <a:chOff x="681227" y="333756"/>
            <a:chExt cx="11205971" cy="5704699"/>
          </a:xfrm>
        </p:grpSpPr>
        <p:sp>
          <p:nvSpPr>
            <p:cNvPr id="13" name="object 13"/>
            <p:cNvSpPr/>
            <p:nvPr/>
          </p:nvSpPr>
          <p:spPr>
            <a:xfrm>
              <a:off x="681227" y="4090415"/>
              <a:ext cx="1074420" cy="66040"/>
            </a:xfrm>
            <a:custGeom>
              <a:avLst/>
              <a:gdLst/>
              <a:ahLst/>
              <a:cxnLst/>
              <a:rect l="l" t="t" r="r" b="b"/>
              <a:pathLst>
                <a:path w="1074420" h="66039">
                  <a:moveTo>
                    <a:pt x="1074420" y="65532"/>
                  </a:moveTo>
                  <a:lnTo>
                    <a:pt x="0" y="65532"/>
                  </a:lnTo>
                  <a:lnTo>
                    <a:pt x="0" y="0"/>
                  </a:lnTo>
                  <a:lnTo>
                    <a:pt x="1074420" y="0"/>
                  </a:lnTo>
                  <a:lnTo>
                    <a:pt x="1074420" y="65532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0140695" y="441960"/>
              <a:ext cx="1434465" cy="762000"/>
            </a:xfrm>
            <a:custGeom>
              <a:avLst/>
              <a:gdLst/>
              <a:ahLst/>
              <a:cxnLst/>
              <a:rect l="l" t="t" r="r" b="b"/>
              <a:pathLst>
                <a:path w="1434465" h="762000">
                  <a:moveTo>
                    <a:pt x="1434083" y="761999"/>
                  </a:moveTo>
                  <a:lnTo>
                    <a:pt x="0" y="761999"/>
                  </a:lnTo>
                  <a:lnTo>
                    <a:pt x="0" y="0"/>
                  </a:lnTo>
                  <a:lnTo>
                    <a:pt x="1434083" y="0"/>
                  </a:lnTo>
                  <a:lnTo>
                    <a:pt x="1434083" y="761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42319" y="333756"/>
              <a:ext cx="944879" cy="48768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0440885" y="5393613"/>
              <a:ext cx="277495" cy="351790"/>
            </a:xfrm>
            <a:custGeom>
              <a:avLst/>
              <a:gdLst/>
              <a:ahLst/>
              <a:cxnLst/>
              <a:rect l="l" t="t" r="r" b="b"/>
              <a:pathLst>
                <a:path w="277495" h="351789">
                  <a:moveTo>
                    <a:pt x="200984" y="189153"/>
                  </a:moveTo>
                  <a:lnTo>
                    <a:pt x="200241" y="189153"/>
                  </a:lnTo>
                  <a:lnTo>
                    <a:pt x="192887" y="185635"/>
                  </a:lnTo>
                  <a:lnTo>
                    <a:pt x="191363" y="183032"/>
                  </a:lnTo>
                  <a:lnTo>
                    <a:pt x="192721" y="176291"/>
                  </a:lnTo>
                  <a:lnTo>
                    <a:pt x="197765" y="165784"/>
                  </a:lnTo>
                  <a:lnTo>
                    <a:pt x="201259" y="154484"/>
                  </a:lnTo>
                  <a:lnTo>
                    <a:pt x="197967" y="145364"/>
                  </a:lnTo>
                  <a:lnTo>
                    <a:pt x="187417" y="138315"/>
                  </a:lnTo>
                  <a:lnTo>
                    <a:pt x="175664" y="131256"/>
                  </a:lnTo>
                  <a:lnTo>
                    <a:pt x="167433" y="124199"/>
                  </a:lnTo>
                  <a:lnTo>
                    <a:pt x="167449" y="117157"/>
                  </a:lnTo>
                  <a:lnTo>
                    <a:pt x="173603" y="111882"/>
                  </a:lnTo>
                  <a:lnTo>
                    <a:pt x="179725" y="108391"/>
                  </a:lnTo>
                  <a:lnTo>
                    <a:pt x="184420" y="103923"/>
                  </a:lnTo>
                  <a:lnTo>
                    <a:pt x="186295" y="95719"/>
                  </a:lnTo>
                  <a:lnTo>
                    <a:pt x="187525" y="85813"/>
                  </a:lnTo>
                  <a:lnTo>
                    <a:pt x="187622" y="85027"/>
                  </a:lnTo>
                  <a:lnTo>
                    <a:pt x="187706" y="84347"/>
                  </a:lnTo>
                  <a:lnTo>
                    <a:pt x="190355" y="73474"/>
                  </a:lnTo>
                  <a:lnTo>
                    <a:pt x="191862" y="64960"/>
                  </a:lnTo>
                  <a:lnTo>
                    <a:pt x="189851" y="60667"/>
                  </a:lnTo>
                  <a:lnTo>
                    <a:pt x="183692" y="58572"/>
                  </a:lnTo>
                  <a:lnTo>
                    <a:pt x="175564" y="46520"/>
                  </a:lnTo>
                  <a:lnTo>
                    <a:pt x="176580" y="37147"/>
                  </a:lnTo>
                  <a:lnTo>
                    <a:pt x="165353" y="31343"/>
                  </a:lnTo>
                  <a:lnTo>
                    <a:pt x="160273" y="25082"/>
                  </a:lnTo>
                  <a:lnTo>
                    <a:pt x="155592" y="18500"/>
                  </a:lnTo>
                  <a:lnTo>
                    <a:pt x="151007" y="10174"/>
                  </a:lnTo>
                  <a:lnTo>
                    <a:pt x="149277" y="3031"/>
                  </a:lnTo>
                  <a:lnTo>
                    <a:pt x="153161" y="0"/>
                  </a:lnTo>
                  <a:lnTo>
                    <a:pt x="161900" y="1663"/>
                  </a:lnTo>
                  <a:lnTo>
                    <a:pt x="171221" y="6223"/>
                  </a:lnTo>
                  <a:lnTo>
                    <a:pt x="178636" y="13030"/>
                  </a:lnTo>
                  <a:lnTo>
                    <a:pt x="181660" y="21437"/>
                  </a:lnTo>
                  <a:lnTo>
                    <a:pt x="181660" y="33426"/>
                  </a:lnTo>
                  <a:lnTo>
                    <a:pt x="190283" y="33426"/>
                  </a:lnTo>
                  <a:lnTo>
                    <a:pt x="190283" y="53301"/>
                  </a:lnTo>
                  <a:lnTo>
                    <a:pt x="194855" y="59029"/>
                  </a:lnTo>
                  <a:lnTo>
                    <a:pt x="202983" y="59029"/>
                  </a:lnTo>
                  <a:lnTo>
                    <a:pt x="205015" y="67894"/>
                  </a:lnTo>
                  <a:lnTo>
                    <a:pt x="218719" y="67894"/>
                  </a:lnTo>
                  <a:lnTo>
                    <a:pt x="218719" y="77342"/>
                  </a:lnTo>
                  <a:lnTo>
                    <a:pt x="223862" y="83604"/>
                  </a:lnTo>
                  <a:lnTo>
                    <a:pt x="232485" y="83604"/>
                  </a:lnTo>
                  <a:lnTo>
                    <a:pt x="238986" y="85027"/>
                  </a:lnTo>
                  <a:lnTo>
                    <a:pt x="245211" y="87574"/>
                  </a:lnTo>
                  <a:lnTo>
                    <a:pt x="250673" y="88656"/>
                  </a:lnTo>
                  <a:lnTo>
                    <a:pt x="276487" y="88656"/>
                  </a:lnTo>
                  <a:lnTo>
                    <a:pt x="275522" y="92685"/>
                  </a:lnTo>
                  <a:lnTo>
                    <a:pt x="274775" y="99360"/>
                  </a:lnTo>
                  <a:lnTo>
                    <a:pt x="273457" y="103923"/>
                  </a:lnTo>
                  <a:lnTo>
                    <a:pt x="269798" y="105689"/>
                  </a:lnTo>
                  <a:lnTo>
                    <a:pt x="262635" y="105689"/>
                  </a:lnTo>
                  <a:lnTo>
                    <a:pt x="265571" y="119303"/>
                  </a:lnTo>
                  <a:lnTo>
                    <a:pt x="248868" y="119303"/>
                  </a:lnTo>
                  <a:lnTo>
                    <a:pt x="244804" y="125044"/>
                  </a:lnTo>
                  <a:lnTo>
                    <a:pt x="243122" y="130271"/>
                  </a:lnTo>
                  <a:lnTo>
                    <a:pt x="242772" y="136734"/>
                  </a:lnTo>
                  <a:lnTo>
                    <a:pt x="241661" y="143492"/>
                  </a:lnTo>
                  <a:lnTo>
                    <a:pt x="237692" y="149605"/>
                  </a:lnTo>
                  <a:lnTo>
                    <a:pt x="231930" y="157953"/>
                  </a:lnTo>
                  <a:lnTo>
                    <a:pt x="226392" y="169256"/>
                  </a:lnTo>
                  <a:lnTo>
                    <a:pt x="226300" y="169443"/>
                  </a:lnTo>
                  <a:lnTo>
                    <a:pt x="220004" y="180152"/>
                  </a:lnTo>
                  <a:lnTo>
                    <a:pt x="212242" y="186156"/>
                  </a:lnTo>
                  <a:lnTo>
                    <a:pt x="200984" y="189153"/>
                  </a:lnTo>
                  <a:close/>
                </a:path>
                <a:path w="277495" h="351789">
                  <a:moveTo>
                    <a:pt x="190283" y="33426"/>
                  </a:moveTo>
                  <a:lnTo>
                    <a:pt x="181660" y="33426"/>
                  </a:lnTo>
                  <a:lnTo>
                    <a:pt x="190283" y="32448"/>
                  </a:lnTo>
                  <a:lnTo>
                    <a:pt x="190283" y="33426"/>
                  </a:lnTo>
                  <a:close/>
                </a:path>
                <a:path w="277495" h="351789">
                  <a:moveTo>
                    <a:pt x="218719" y="67894"/>
                  </a:moveTo>
                  <a:lnTo>
                    <a:pt x="205015" y="67894"/>
                  </a:lnTo>
                  <a:lnTo>
                    <a:pt x="208063" y="63728"/>
                  </a:lnTo>
                  <a:lnTo>
                    <a:pt x="208189" y="61569"/>
                  </a:lnTo>
                  <a:lnTo>
                    <a:pt x="208280" y="59993"/>
                  </a:lnTo>
                  <a:lnTo>
                    <a:pt x="206407" y="55810"/>
                  </a:lnTo>
                  <a:lnTo>
                    <a:pt x="205490" y="52312"/>
                  </a:lnTo>
                  <a:lnTo>
                    <a:pt x="208571" y="50634"/>
                  </a:lnTo>
                  <a:lnTo>
                    <a:pt x="216687" y="50114"/>
                  </a:lnTo>
                  <a:lnTo>
                    <a:pt x="218719" y="61569"/>
                  </a:lnTo>
                  <a:lnTo>
                    <a:pt x="218719" y="67894"/>
                  </a:lnTo>
                  <a:close/>
                </a:path>
                <a:path w="277495" h="351789">
                  <a:moveTo>
                    <a:pt x="277168" y="85813"/>
                  </a:moveTo>
                  <a:lnTo>
                    <a:pt x="255015" y="85813"/>
                  </a:lnTo>
                  <a:lnTo>
                    <a:pt x="261016" y="80811"/>
                  </a:lnTo>
                  <a:lnTo>
                    <a:pt x="269455" y="78254"/>
                  </a:lnTo>
                  <a:lnTo>
                    <a:pt x="276275" y="79216"/>
                  </a:lnTo>
                  <a:lnTo>
                    <a:pt x="277330" y="84347"/>
                  </a:lnTo>
                  <a:lnTo>
                    <a:pt x="277357" y="85027"/>
                  </a:lnTo>
                  <a:lnTo>
                    <a:pt x="277199" y="85686"/>
                  </a:lnTo>
                  <a:lnTo>
                    <a:pt x="277168" y="85813"/>
                  </a:lnTo>
                  <a:close/>
                </a:path>
                <a:path w="277495" h="351789">
                  <a:moveTo>
                    <a:pt x="276487" y="88656"/>
                  </a:moveTo>
                  <a:lnTo>
                    <a:pt x="250673" y="88656"/>
                  </a:lnTo>
                  <a:lnTo>
                    <a:pt x="254888" y="85686"/>
                  </a:lnTo>
                  <a:lnTo>
                    <a:pt x="255015" y="85813"/>
                  </a:lnTo>
                  <a:lnTo>
                    <a:pt x="277168" y="85813"/>
                  </a:lnTo>
                  <a:lnTo>
                    <a:pt x="276487" y="88656"/>
                  </a:lnTo>
                  <a:close/>
                </a:path>
                <a:path w="277495" h="351789">
                  <a:moveTo>
                    <a:pt x="265683" y="119824"/>
                  </a:moveTo>
                  <a:lnTo>
                    <a:pt x="254507" y="119824"/>
                  </a:lnTo>
                  <a:lnTo>
                    <a:pt x="248868" y="119303"/>
                  </a:lnTo>
                  <a:lnTo>
                    <a:pt x="265571" y="119303"/>
                  </a:lnTo>
                  <a:lnTo>
                    <a:pt x="265683" y="119824"/>
                  </a:lnTo>
                  <a:close/>
                </a:path>
                <a:path w="277495" h="351789">
                  <a:moveTo>
                    <a:pt x="174633" y="175539"/>
                  </a:moveTo>
                  <a:lnTo>
                    <a:pt x="153542" y="175539"/>
                  </a:lnTo>
                  <a:lnTo>
                    <a:pt x="161226" y="171881"/>
                  </a:lnTo>
                  <a:lnTo>
                    <a:pt x="164677" y="164805"/>
                  </a:lnTo>
                  <a:lnTo>
                    <a:pt x="164782" y="164591"/>
                  </a:lnTo>
                  <a:lnTo>
                    <a:pt x="171840" y="169768"/>
                  </a:lnTo>
                  <a:lnTo>
                    <a:pt x="172991" y="171307"/>
                  </a:lnTo>
                  <a:lnTo>
                    <a:pt x="174778" y="173778"/>
                  </a:lnTo>
                  <a:lnTo>
                    <a:pt x="174718" y="174501"/>
                  </a:lnTo>
                  <a:lnTo>
                    <a:pt x="174633" y="175539"/>
                  </a:lnTo>
                  <a:close/>
                </a:path>
                <a:path w="277495" h="351789">
                  <a:moveTo>
                    <a:pt x="29870" y="332295"/>
                  </a:moveTo>
                  <a:lnTo>
                    <a:pt x="23266" y="325526"/>
                  </a:lnTo>
                  <a:lnTo>
                    <a:pt x="18001" y="322402"/>
                  </a:lnTo>
                  <a:lnTo>
                    <a:pt x="17791" y="322402"/>
                  </a:lnTo>
                  <a:lnTo>
                    <a:pt x="12636" y="321614"/>
                  </a:lnTo>
                  <a:lnTo>
                    <a:pt x="7292" y="320393"/>
                  </a:lnTo>
                  <a:lnTo>
                    <a:pt x="2387" y="316141"/>
                  </a:lnTo>
                  <a:lnTo>
                    <a:pt x="0" y="308554"/>
                  </a:lnTo>
                  <a:lnTo>
                    <a:pt x="2339" y="302234"/>
                  </a:lnTo>
                  <a:lnTo>
                    <a:pt x="6226" y="296467"/>
                  </a:lnTo>
                  <a:lnTo>
                    <a:pt x="8410" y="290729"/>
                  </a:lnTo>
                  <a:lnTo>
                    <a:pt x="8483" y="290537"/>
                  </a:lnTo>
                  <a:lnTo>
                    <a:pt x="12201" y="284314"/>
                  </a:lnTo>
                  <a:lnTo>
                    <a:pt x="12300" y="284148"/>
                  </a:lnTo>
                  <a:lnTo>
                    <a:pt x="20699" y="277404"/>
                  </a:lnTo>
                  <a:lnTo>
                    <a:pt x="30237" y="270172"/>
                  </a:lnTo>
                  <a:lnTo>
                    <a:pt x="37477" y="262318"/>
                  </a:lnTo>
                  <a:lnTo>
                    <a:pt x="47516" y="254507"/>
                  </a:lnTo>
                  <a:lnTo>
                    <a:pt x="48460" y="253796"/>
                  </a:lnTo>
                  <a:lnTo>
                    <a:pt x="66792" y="244400"/>
                  </a:lnTo>
                  <a:lnTo>
                    <a:pt x="86340" y="233198"/>
                  </a:lnTo>
                  <a:lnTo>
                    <a:pt x="100621" y="219443"/>
                  </a:lnTo>
                  <a:lnTo>
                    <a:pt x="107447" y="207022"/>
                  </a:lnTo>
                  <a:lnTo>
                    <a:pt x="110830" y="198867"/>
                  </a:lnTo>
                  <a:lnTo>
                    <a:pt x="113821" y="192777"/>
                  </a:lnTo>
                  <a:lnTo>
                    <a:pt x="119468" y="186550"/>
                  </a:lnTo>
                  <a:lnTo>
                    <a:pt x="124437" y="180475"/>
                  </a:lnTo>
                  <a:lnTo>
                    <a:pt x="125691" y="175737"/>
                  </a:lnTo>
                  <a:lnTo>
                    <a:pt x="126755" y="171307"/>
                  </a:lnTo>
                  <a:lnTo>
                    <a:pt x="131152" y="166154"/>
                  </a:lnTo>
                  <a:lnTo>
                    <a:pt x="137674" y="164805"/>
                  </a:lnTo>
                  <a:lnTo>
                    <a:pt x="143133" y="169256"/>
                  </a:lnTo>
                  <a:lnTo>
                    <a:pt x="148199" y="174501"/>
                  </a:lnTo>
                  <a:lnTo>
                    <a:pt x="153542" y="175539"/>
                  </a:lnTo>
                  <a:lnTo>
                    <a:pt x="174633" y="175539"/>
                  </a:lnTo>
                  <a:lnTo>
                    <a:pt x="174421" y="178109"/>
                  </a:lnTo>
                  <a:lnTo>
                    <a:pt x="173603" y="183032"/>
                  </a:lnTo>
                  <a:lnTo>
                    <a:pt x="174173" y="185635"/>
                  </a:lnTo>
                  <a:lnTo>
                    <a:pt x="174992" y="189153"/>
                  </a:lnTo>
                  <a:lnTo>
                    <a:pt x="174135" y="196086"/>
                  </a:lnTo>
                  <a:lnTo>
                    <a:pt x="167792" y="203558"/>
                  </a:lnTo>
                  <a:lnTo>
                    <a:pt x="160591" y="211531"/>
                  </a:lnTo>
                  <a:lnTo>
                    <a:pt x="157162" y="219963"/>
                  </a:lnTo>
                  <a:lnTo>
                    <a:pt x="154630" y="227011"/>
                  </a:lnTo>
                  <a:lnTo>
                    <a:pt x="149135" y="231928"/>
                  </a:lnTo>
                  <a:lnTo>
                    <a:pt x="143831" y="236353"/>
                  </a:lnTo>
                  <a:lnTo>
                    <a:pt x="141871" y="241922"/>
                  </a:lnTo>
                  <a:lnTo>
                    <a:pt x="143688" y="247655"/>
                  </a:lnTo>
                  <a:lnTo>
                    <a:pt x="145319" y="251563"/>
                  </a:lnTo>
                  <a:lnTo>
                    <a:pt x="143321" y="253796"/>
                  </a:lnTo>
                  <a:lnTo>
                    <a:pt x="108813" y="270662"/>
                  </a:lnTo>
                  <a:lnTo>
                    <a:pt x="103923" y="284314"/>
                  </a:lnTo>
                  <a:lnTo>
                    <a:pt x="101251" y="290537"/>
                  </a:lnTo>
                  <a:lnTo>
                    <a:pt x="101169" y="290729"/>
                  </a:lnTo>
                  <a:lnTo>
                    <a:pt x="97129" y="295224"/>
                  </a:lnTo>
                  <a:lnTo>
                    <a:pt x="94297" y="299018"/>
                  </a:lnTo>
                  <a:lnTo>
                    <a:pt x="93293" y="304484"/>
                  </a:lnTo>
                  <a:lnTo>
                    <a:pt x="90385" y="312113"/>
                  </a:lnTo>
                  <a:lnTo>
                    <a:pt x="81838" y="322402"/>
                  </a:lnTo>
                  <a:lnTo>
                    <a:pt x="75661" y="326567"/>
                  </a:lnTo>
                  <a:lnTo>
                    <a:pt x="36524" y="326567"/>
                  </a:lnTo>
                  <a:lnTo>
                    <a:pt x="29870" y="332295"/>
                  </a:lnTo>
                  <a:close/>
                </a:path>
                <a:path w="277495" h="351789">
                  <a:moveTo>
                    <a:pt x="55543" y="335364"/>
                  </a:moveTo>
                  <a:lnTo>
                    <a:pt x="45087" y="335364"/>
                  </a:lnTo>
                  <a:lnTo>
                    <a:pt x="39572" y="332295"/>
                  </a:lnTo>
                  <a:lnTo>
                    <a:pt x="36524" y="326567"/>
                  </a:lnTo>
                  <a:lnTo>
                    <a:pt x="75661" y="326567"/>
                  </a:lnTo>
                  <a:lnTo>
                    <a:pt x="68569" y="331350"/>
                  </a:lnTo>
                  <a:lnTo>
                    <a:pt x="55543" y="335364"/>
                  </a:lnTo>
                  <a:close/>
                </a:path>
                <a:path w="277495" h="351789">
                  <a:moveTo>
                    <a:pt x="28346" y="351193"/>
                  </a:moveTo>
                  <a:lnTo>
                    <a:pt x="24790" y="350151"/>
                  </a:lnTo>
                  <a:lnTo>
                    <a:pt x="21647" y="346306"/>
                  </a:lnTo>
                  <a:lnTo>
                    <a:pt x="23464" y="340885"/>
                  </a:lnTo>
                  <a:lnTo>
                    <a:pt x="28102" y="337491"/>
                  </a:lnTo>
                  <a:lnTo>
                    <a:pt x="33426" y="339725"/>
                  </a:lnTo>
                  <a:lnTo>
                    <a:pt x="40080" y="348068"/>
                  </a:lnTo>
                  <a:lnTo>
                    <a:pt x="28346" y="351193"/>
                  </a:lnTo>
                  <a:close/>
                </a:path>
              </a:pathLst>
            </a:custGeom>
            <a:solidFill>
              <a:srgbClr val="062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0694187" y="4923562"/>
              <a:ext cx="55880" cy="48260"/>
            </a:xfrm>
            <a:custGeom>
              <a:avLst/>
              <a:gdLst/>
              <a:ahLst/>
              <a:cxnLst/>
              <a:rect l="l" t="t" r="r" b="b"/>
              <a:pathLst>
                <a:path w="55879" h="48260">
                  <a:moveTo>
                    <a:pt x="16281" y="48101"/>
                  </a:moveTo>
                  <a:lnTo>
                    <a:pt x="7707" y="47456"/>
                  </a:lnTo>
                  <a:lnTo>
                    <a:pt x="0" y="42950"/>
                  </a:lnTo>
                  <a:lnTo>
                    <a:pt x="943" y="36541"/>
                  </a:lnTo>
                  <a:lnTo>
                    <a:pt x="10523" y="30823"/>
                  </a:lnTo>
                  <a:lnTo>
                    <a:pt x="21458" y="29346"/>
                  </a:lnTo>
                  <a:lnTo>
                    <a:pt x="26466" y="35660"/>
                  </a:lnTo>
                  <a:lnTo>
                    <a:pt x="23331" y="44348"/>
                  </a:lnTo>
                  <a:lnTo>
                    <a:pt x="16281" y="48101"/>
                  </a:lnTo>
                  <a:close/>
                </a:path>
                <a:path w="55879" h="48260">
                  <a:moveTo>
                    <a:pt x="37915" y="15264"/>
                  </a:moveTo>
                  <a:lnTo>
                    <a:pt x="31546" y="15264"/>
                  </a:lnTo>
                  <a:lnTo>
                    <a:pt x="31623" y="12846"/>
                  </a:lnTo>
                  <a:lnTo>
                    <a:pt x="31693" y="10612"/>
                  </a:lnTo>
                  <a:lnTo>
                    <a:pt x="40312" y="4169"/>
                  </a:lnTo>
                  <a:lnTo>
                    <a:pt x="50527" y="0"/>
                  </a:lnTo>
                  <a:lnTo>
                    <a:pt x="55460" y="2170"/>
                  </a:lnTo>
                  <a:lnTo>
                    <a:pt x="52508" y="8276"/>
                  </a:lnTo>
                  <a:lnTo>
                    <a:pt x="45594" y="12846"/>
                  </a:lnTo>
                  <a:lnTo>
                    <a:pt x="37915" y="15264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70720" y="1742376"/>
              <a:ext cx="8254530" cy="429607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910071" y="3479291"/>
              <a:ext cx="3054350" cy="1262380"/>
            </a:xfrm>
            <a:custGeom>
              <a:avLst/>
              <a:gdLst/>
              <a:ahLst/>
              <a:cxnLst/>
              <a:rect l="l" t="t" r="r" b="b"/>
              <a:pathLst>
                <a:path w="3054350" h="1262379">
                  <a:moveTo>
                    <a:pt x="3054096" y="1261872"/>
                  </a:moveTo>
                  <a:lnTo>
                    <a:pt x="0" y="1261872"/>
                  </a:lnTo>
                  <a:lnTo>
                    <a:pt x="0" y="0"/>
                  </a:lnTo>
                  <a:lnTo>
                    <a:pt x="3054096" y="0"/>
                  </a:lnTo>
                  <a:lnTo>
                    <a:pt x="3054096" y="1261872"/>
                  </a:lnTo>
                  <a:close/>
                </a:path>
              </a:pathLst>
            </a:custGeom>
            <a:solidFill>
              <a:srgbClr val="FFFFFF">
                <a:alpha val="7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903010" y="3472853"/>
              <a:ext cx="3068320" cy="1275080"/>
            </a:xfrm>
            <a:custGeom>
              <a:avLst/>
              <a:gdLst/>
              <a:ahLst/>
              <a:cxnLst/>
              <a:rect l="l" t="t" r="r" b="b"/>
              <a:pathLst>
                <a:path w="3068320" h="1275079">
                  <a:moveTo>
                    <a:pt x="3067900" y="1274800"/>
                  </a:moveTo>
                  <a:lnTo>
                    <a:pt x="0" y="1274800"/>
                  </a:lnTo>
                  <a:lnTo>
                    <a:pt x="0" y="0"/>
                  </a:lnTo>
                  <a:lnTo>
                    <a:pt x="3067900" y="0"/>
                  </a:lnTo>
                  <a:lnTo>
                    <a:pt x="30679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1262100"/>
                  </a:lnTo>
                  <a:lnTo>
                    <a:pt x="6350" y="1262100"/>
                  </a:lnTo>
                  <a:lnTo>
                    <a:pt x="12700" y="1268450"/>
                  </a:lnTo>
                  <a:lnTo>
                    <a:pt x="3067900" y="1268450"/>
                  </a:lnTo>
                  <a:lnTo>
                    <a:pt x="3067900" y="1274800"/>
                  </a:lnTo>
                  <a:close/>
                </a:path>
                <a:path w="3068320" h="1275079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3068320" h="1275079">
                  <a:moveTo>
                    <a:pt x="30552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3055200" y="6350"/>
                  </a:lnTo>
                  <a:lnTo>
                    <a:pt x="3055200" y="12700"/>
                  </a:lnTo>
                  <a:close/>
                </a:path>
                <a:path w="3068320" h="1275079">
                  <a:moveTo>
                    <a:pt x="3055200" y="1268450"/>
                  </a:moveTo>
                  <a:lnTo>
                    <a:pt x="3055200" y="6350"/>
                  </a:lnTo>
                  <a:lnTo>
                    <a:pt x="3061550" y="12700"/>
                  </a:lnTo>
                  <a:lnTo>
                    <a:pt x="3067900" y="12700"/>
                  </a:lnTo>
                  <a:lnTo>
                    <a:pt x="3067900" y="1262100"/>
                  </a:lnTo>
                  <a:lnTo>
                    <a:pt x="3061550" y="1262100"/>
                  </a:lnTo>
                  <a:lnTo>
                    <a:pt x="3055200" y="1268450"/>
                  </a:lnTo>
                  <a:close/>
                </a:path>
                <a:path w="3068320" h="1275079">
                  <a:moveTo>
                    <a:pt x="3067900" y="12700"/>
                  </a:moveTo>
                  <a:lnTo>
                    <a:pt x="3061550" y="12700"/>
                  </a:lnTo>
                  <a:lnTo>
                    <a:pt x="3055200" y="6350"/>
                  </a:lnTo>
                  <a:lnTo>
                    <a:pt x="3067900" y="6350"/>
                  </a:lnTo>
                  <a:lnTo>
                    <a:pt x="3067900" y="12700"/>
                  </a:lnTo>
                  <a:close/>
                </a:path>
                <a:path w="3068320" h="1275079">
                  <a:moveTo>
                    <a:pt x="12700" y="1268450"/>
                  </a:moveTo>
                  <a:lnTo>
                    <a:pt x="6350" y="1262100"/>
                  </a:lnTo>
                  <a:lnTo>
                    <a:pt x="12700" y="1262100"/>
                  </a:lnTo>
                  <a:lnTo>
                    <a:pt x="12700" y="1268450"/>
                  </a:lnTo>
                  <a:close/>
                </a:path>
                <a:path w="3068320" h="1275079">
                  <a:moveTo>
                    <a:pt x="3055200" y="1268450"/>
                  </a:moveTo>
                  <a:lnTo>
                    <a:pt x="12700" y="1268450"/>
                  </a:lnTo>
                  <a:lnTo>
                    <a:pt x="12700" y="1262100"/>
                  </a:lnTo>
                  <a:lnTo>
                    <a:pt x="3055200" y="1262100"/>
                  </a:lnTo>
                  <a:lnTo>
                    <a:pt x="3055200" y="1268450"/>
                  </a:lnTo>
                  <a:close/>
                </a:path>
                <a:path w="3068320" h="1275079">
                  <a:moveTo>
                    <a:pt x="3067900" y="1268450"/>
                  </a:moveTo>
                  <a:lnTo>
                    <a:pt x="3055200" y="1268450"/>
                  </a:lnTo>
                  <a:lnTo>
                    <a:pt x="3061550" y="1262100"/>
                  </a:lnTo>
                  <a:lnTo>
                    <a:pt x="3067900" y="1262100"/>
                  </a:lnTo>
                  <a:lnTo>
                    <a:pt x="3067900" y="1268450"/>
                  </a:lnTo>
                  <a:close/>
                </a:path>
              </a:pathLst>
            </a:custGeom>
            <a:solidFill>
              <a:srgbClr val="2C292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5988100" y="3334508"/>
            <a:ext cx="2682240" cy="1150620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 marL="725805">
              <a:lnSpc>
                <a:spcPct val="100000"/>
              </a:lnSpc>
              <a:spcBef>
                <a:spcPts val="1385"/>
              </a:spcBef>
            </a:pPr>
            <a:r>
              <a:rPr sz="2100" b="1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Medio</a:t>
            </a:r>
            <a:r>
              <a:rPr sz="2100" b="1" spc="-7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2100" b="1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Oriente</a:t>
            </a:r>
            <a:endParaRPr sz="2100">
              <a:latin typeface="Microsoft YaHei" panose="020B0503020204020204" charset="-122"/>
              <a:cs typeface="Microsoft YaHei" panose="020B0503020204020204" charset="-122"/>
            </a:endParaRPr>
          </a:p>
          <a:p>
            <a:pPr marL="184785" indent="-172085">
              <a:lnSpc>
                <a:spcPct val="100000"/>
              </a:lnSpc>
              <a:spcBef>
                <a:spcPts val="730"/>
              </a:spcBef>
              <a:buFont typeface="Arial MT"/>
              <a:buChar char="•"/>
              <a:tabLst>
                <a:tab pos="184785" algn="l"/>
              </a:tabLst>
            </a:pP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Emiratos</a:t>
            </a:r>
            <a:r>
              <a:rPr sz="1200" spc="-5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Árabes</a:t>
            </a:r>
            <a:r>
              <a:rPr sz="1200" spc="-4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Unidos</a:t>
            </a:r>
            <a:r>
              <a:rPr sz="1200" spc="-4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2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2017</a:t>
            </a:r>
            <a:endParaRPr sz="1200">
              <a:latin typeface="Microsoft YaHei" panose="020B0503020204020204" charset="-122"/>
              <a:cs typeface="Microsoft YaHei" panose="020B0503020204020204" charset="-122"/>
            </a:endParaRPr>
          </a:p>
          <a:p>
            <a:pPr marL="184785" indent="-172085">
              <a:lnSpc>
                <a:spcPct val="100000"/>
              </a:lnSpc>
              <a:buFont typeface="Arial MT"/>
              <a:buChar char="•"/>
              <a:tabLst>
                <a:tab pos="184785" algn="l"/>
              </a:tabLst>
            </a:pP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Arabia</a:t>
            </a:r>
            <a:r>
              <a:rPr sz="1200" spc="-3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Saudita</a:t>
            </a:r>
            <a:r>
              <a:rPr sz="1200" spc="-3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2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2018</a:t>
            </a:r>
            <a:endParaRPr sz="1200">
              <a:latin typeface="Microsoft YaHei" panose="020B0503020204020204" charset="-122"/>
              <a:cs typeface="Microsoft YaHei" panose="020B0503020204020204" charset="-122"/>
            </a:endParaRPr>
          </a:p>
          <a:p>
            <a:pPr marL="184785" indent="-172085">
              <a:lnSpc>
                <a:spcPct val="100000"/>
              </a:lnSpc>
              <a:buFont typeface="Arial MT"/>
              <a:buChar char="•"/>
              <a:tabLst>
                <a:tab pos="184785" algn="l"/>
              </a:tabLst>
            </a:pP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Kuwait,</a:t>
            </a:r>
            <a:r>
              <a:rPr sz="1200" spc="-6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2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Qatar,</a:t>
            </a:r>
            <a:r>
              <a:rPr sz="1200" spc="-6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Omán,</a:t>
            </a:r>
            <a:r>
              <a:rPr sz="1200" spc="-6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Baréin</a:t>
            </a:r>
            <a:r>
              <a:rPr sz="1200" spc="-6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2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2021</a:t>
            </a:r>
            <a:endParaRPr sz="12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067384" y="1682661"/>
            <a:ext cx="2562225" cy="1190625"/>
            <a:chOff x="7067384" y="1682661"/>
            <a:chExt cx="2562225" cy="1190625"/>
          </a:xfrm>
        </p:grpSpPr>
        <p:sp>
          <p:nvSpPr>
            <p:cNvPr id="25" name="object 25"/>
            <p:cNvSpPr/>
            <p:nvPr/>
          </p:nvSpPr>
          <p:spPr>
            <a:xfrm>
              <a:off x="7074407" y="1688591"/>
              <a:ext cx="2548255" cy="1178560"/>
            </a:xfrm>
            <a:custGeom>
              <a:avLst/>
              <a:gdLst/>
              <a:ahLst/>
              <a:cxnLst/>
              <a:rect l="l" t="t" r="r" b="b"/>
              <a:pathLst>
                <a:path w="2548254" h="1178560">
                  <a:moveTo>
                    <a:pt x="2548128" y="1178052"/>
                  </a:moveTo>
                  <a:lnTo>
                    <a:pt x="0" y="1178052"/>
                  </a:lnTo>
                  <a:lnTo>
                    <a:pt x="0" y="0"/>
                  </a:lnTo>
                  <a:lnTo>
                    <a:pt x="2548128" y="0"/>
                  </a:lnTo>
                  <a:lnTo>
                    <a:pt x="2548128" y="1178052"/>
                  </a:lnTo>
                  <a:close/>
                </a:path>
              </a:pathLst>
            </a:custGeom>
            <a:solidFill>
              <a:srgbClr val="FFFFFF">
                <a:alpha val="450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7067384" y="1682661"/>
              <a:ext cx="2562225" cy="1190625"/>
            </a:xfrm>
            <a:custGeom>
              <a:avLst/>
              <a:gdLst/>
              <a:ahLst/>
              <a:cxnLst/>
              <a:rect l="l" t="t" r="r" b="b"/>
              <a:pathLst>
                <a:path w="2562225" h="1190625">
                  <a:moveTo>
                    <a:pt x="2562225" y="1190625"/>
                  </a:moveTo>
                  <a:lnTo>
                    <a:pt x="0" y="1190625"/>
                  </a:lnTo>
                  <a:lnTo>
                    <a:pt x="0" y="0"/>
                  </a:lnTo>
                  <a:lnTo>
                    <a:pt x="2562225" y="0"/>
                  </a:lnTo>
                  <a:lnTo>
                    <a:pt x="2562225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1177925"/>
                  </a:lnTo>
                  <a:lnTo>
                    <a:pt x="6350" y="1177925"/>
                  </a:lnTo>
                  <a:lnTo>
                    <a:pt x="12700" y="1184275"/>
                  </a:lnTo>
                  <a:lnTo>
                    <a:pt x="2562225" y="1184275"/>
                  </a:lnTo>
                  <a:lnTo>
                    <a:pt x="2562225" y="1190625"/>
                  </a:lnTo>
                  <a:close/>
                </a:path>
                <a:path w="2562225" h="1190625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2562225" h="1190625">
                  <a:moveTo>
                    <a:pt x="2549525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2549525" y="6350"/>
                  </a:lnTo>
                  <a:lnTo>
                    <a:pt x="2549525" y="12700"/>
                  </a:lnTo>
                  <a:close/>
                </a:path>
                <a:path w="2562225" h="1190625">
                  <a:moveTo>
                    <a:pt x="2549525" y="1184275"/>
                  </a:moveTo>
                  <a:lnTo>
                    <a:pt x="2549525" y="6350"/>
                  </a:lnTo>
                  <a:lnTo>
                    <a:pt x="2555875" y="12700"/>
                  </a:lnTo>
                  <a:lnTo>
                    <a:pt x="2562225" y="12700"/>
                  </a:lnTo>
                  <a:lnTo>
                    <a:pt x="2562225" y="1177925"/>
                  </a:lnTo>
                  <a:lnTo>
                    <a:pt x="2555875" y="1177925"/>
                  </a:lnTo>
                  <a:lnTo>
                    <a:pt x="2549525" y="1184275"/>
                  </a:lnTo>
                  <a:close/>
                </a:path>
                <a:path w="2562225" h="1190625">
                  <a:moveTo>
                    <a:pt x="2562225" y="12700"/>
                  </a:moveTo>
                  <a:lnTo>
                    <a:pt x="2555875" y="12700"/>
                  </a:lnTo>
                  <a:lnTo>
                    <a:pt x="2549525" y="6350"/>
                  </a:lnTo>
                  <a:lnTo>
                    <a:pt x="2562225" y="6350"/>
                  </a:lnTo>
                  <a:lnTo>
                    <a:pt x="2562225" y="12700"/>
                  </a:lnTo>
                  <a:close/>
                </a:path>
                <a:path w="2562225" h="1190625">
                  <a:moveTo>
                    <a:pt x="12700" y="1184275"/>
                  </a:moveTo>
                  <a:lnTo>
                    <a:pt x="6350" y="1177925"/>
                  </a:lnTo>
                  <a:lnTo>
                    <a:pt x="12700" y="1177925"/>
                  </a:lnTo>
                  <a:lnTo>
                    <a:pt x="12700" y="1184275"/>
                  </a:lnTo>
                  <a:close/>
                </a:path>
                <a:path w="2562225" h="1190625">
                  <a:moveTo>
                    <a:pt x="2549525" y="1184275"/>
                  </a:moveTo>
                  <a:lnTo>
                    <a:pt x="12700" y="1184275"/>
                  </a:lnTo>
                  <a:lnTo>
                    <a:pt x="12700" y="1177925"/>
                  </a:lnTo>
                  <a:lnTo>
                    <a:pt x="2549525" y="1177925"/>
                  </a:lnTo>
                  <a:lnTo>
                    <a:pt x="2549525" y="1184275"/>
                  </a:lnTo>
                  <a:close/>
                </a:path>
                <a:path w="2562225" h="1190625">
                  <a:moveTo>
                    <a:pt x="2562225" y="1184275"/>
                  </a:moveTo>
                  <a:lnTo>
                    <a:pt x="2549525" y="1184275"/>
                  </a:lnTo>
                  <a:lnTo>
                    <a:pt x="2555875" y="1177925"/>
                  </a:lnTo>
                  <a:lnTo>
                    <a:pt x="2562225" y="1177925"/>
                  </a:lnTo>
                  <a:lnTo>
                    <a:pt x="2562225" y="1184275"/>
                  </a:lnTo>
                  <a:close/>
                </a:path>
              </a:pathLst>
            </a:custGeom>
            <a:solidFill>
              <a:srgbClr val="2C292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7142950" y="1919414"/>
            <a:ext cx="22917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84785" algn="l"/>
              </a:tabLst>
            </a:pPr>
            <a:r>
              <a:rPr sz="1200" spc="-3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Polania</a:t>
            </a: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、</a:t>
            </a:r>
            <a:r>
              <a:rPr sz="1200" spc="-2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Italia</a:t>
            </a: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、</a:t>
            </a:r>
            <a:r>
              <a:rPr sz="1200" spc="-2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Turquia</a:t>
            </a:r>
            <a:r>
              <a:rPr sz="1200" spc="5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2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2023</a:t>
            </a:r>
            <a:endParaRPr sz="1200">
              <a:latin typeface="Microsoft YaHei" panose="020B0503020204020204" charset="-122"/>
              <a:cs typeface="Microsoft YaHei" panose="020B0503020204020204" charset="-122"/>
            </a:endParaRPr>
          </a:p>
          <a:p>
            <a:pPr marL="184150" marR="63500" indent="-171450">
              <a:lnSpc>
                <a:spcPct val="100000"/>
              </a:lnSpc>
              <a:buFont typeface="Arial MT"/>
              <a:buChar char="•"/>
              <a:tabLst>
                <a:tab pos="184150" algn="l"/>
              </a:tabLst>
            </a:pP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Hungría,</a:t>
            </a:r>
            <a:r>
              <a:rPr sz="1200" spc="-3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España,</a:t>
            </a:r>
            <a:r>
              <a:rPr sz="1200" spc="-3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Eslovaquia, Serbia,</a:t>
            </a:r>
            <a:r>
              <a:rPr sz="1200" spc="-6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Reino</a:t>
            </a:r>
            <a:r>
              <a:rPr sz="1200" spc="-6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Unido</a:t>
            </a:r>
            <a:r>
              <a:rPr sz="1200" spc="-6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2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2024</a:t>
            </a:r>
            <a:endParaRPr sz="12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70865" y="1250314"/>
            <a:ext cx="10601960" cy="73596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310"/>
              </a:spcBef>
            </a:pP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Despues</a:t>
            </a:r>
            <a:r>
              <a:rPr sz="1600" spc="-4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de</a:t>
            </a:r>
            <a:r>
              <a:rPr sz="1600" spc="-3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7</a:t>
            </a:r>
            <a:r>
              <a:rPr sz="1600" spc="-4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años</a:t>
            </a:r>
            <a:r>
              <a:rPr sz="1600" spc="-4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de</a:t>
            </a:r>
            <a:r>
              <a:rPr sz="1600" spc="-3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desarollo，ya</a:t>
            </a:r>
            <a:r>
              <a:rPr sz="1600" spc="-4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tenemos</a:t>
            </a:r>
            <a:r>
              <a:rPr sz="1600" spc="-4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la</a:t>
            </a:r>
            <a:r>
              <a:rPr sz="1600" spc="-4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presencia</a:t>
            </a:r>
            <a:r>
              <a:rPr sz="1600" spc="-3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en</a:t>
            </a:r>
            <a:r>
              <a:rPr sz="1600" spc="-4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Medio</a:t>
            </a:r>
            <a:r>
              <a:rPr sz="1600" spc="-4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Oriente,</a:t>
            </a:r>
            <a:r>
              <a:rPr sz="1600" spc="-4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África,</a:t>
            </a:r>
            <a:r>
              <a:rPr sz="1600" spc="-4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América</a:t>
            </a:r>
            <a:r>
              <a:rPr sz="1600" spc="-3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Latina,</a:t>
            </a:r>
            <a:r>
              <a:rPr sz="1600" spc="-4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Europa</a:t>
            </a:r>
            <a:r>
              <a:rPr sz="1600" spc="-4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spc="-5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y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Oceanía,</a:t>
            </a:r>
            <a:r>
              <a:rPr sz="1600" spc="-5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la</a:t>
            </a:r>
            <a:r>
              <a:rPr sz="1600" spc="-4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red</a:t>
            </a:r>
            <a:r>
              <a:rPr sz="1600" spc="-4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global</a:t>
            </a:r>
            <a:r>
              <a:rPr sz="1600" spc="-4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ya</a:t>
            </a:r>
            <a:r>
              <a:rPr sz="1600" spc="-4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está</a:t>
            </a:r>
            <a:r>
              <a:rPr sz="1600" spc="-4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prácticamente</a:t>
            </a:r>
            <a:r>
              <a:rPr sz="1600" spc="-4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consolidada.</a:t>
            </a:r>
            <a:endParaRPr sz="1600">
              <a:latin typeface="Microsoft YaHei" panose="020B0503020204020204" charset="-122"/>
              <a:cs typeface="Microsoft YaHei" panose="020B0503020204020204" charset="-122"/>
            </a:endParaRPr>
          </a:p>
          <a:p>
            <a:pPr marR="2411730" algn="r">
              <a:lnSpc>
                <a:spcPts val="1920"/>
              </a:lnSpc>
            </a:pPr>
            <a:r>
              <a:rPr sz="2000" b="1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Europea</a:t>
            </a:r>
            <a:endParaRPr sz="20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196958" y="3867493"/>
            <a:ext cx="1942464" cy="1776095"/>
            <a:chOff x="3196958" y="3867493"/>
            <a:chExt cx="1942464" cy="1776095"/>
          </a:xfrm>
        </p:grpSpPr>
        <p:sp>
          <p:nvSpPr>
            <p:cNvPr id="30" name="object 30"/>
            <p:cNvSpPr/>
            <p:nvPr/>
          </p:nvSpPr>
          <p:spPr>
            <a:xfrm>
              <a:off x="3203448" y="3874008"/>
              <a:ext cx="1929764" cy="1763395"/>
            </a:xfrm>
            <a:custGeom>
              <a:avLst/>
              <a:gdLst/>
              <a:ahLst/>
              <a:cxnLst/>
              <a:rect l="l" t="t" r="r" b="b"/>
              <a:pathLst>
                <a:path w="1929764" h="1763395">
                  <a:moveTo>
                    <a:pt x="1929383" y="1763267"/>
                  </a:moveTo>
                  <a:lnTo>
                    <a:pt x="0" y="1763267"/>
                  </a:lnTo>
                  <a:lnTo>
                    <a:pt x="0" y="0"/>
                  </a:lnTo>
                  <a:lnTo>
                    <a:pt x="1929383" y="0"/>
                  </a:lnTo>
                  <a:lnTo>
                    <a:pt x="1929383" y="1763267"/>
                  </a:lnTo>
                  <a:close/>
                </a:path>
              </a:pathLst>
            </a:custGeom>
            <a:solidFill>
              <a:srgbClr val="FFFFFF">
                <a:alpha val="450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196958" y="3867493"/>
              <a:ext cx="1942464" cy="1776095"/>
            </a:xfrm>
            <a:custGeom>
              <a:avLst/>
              <a:gdLst/>
              <a:ahLst/>
              <a:cxnLst/>
              <a:rect l="l" t="t" r="r" b="b"/>
              <a:pathLst>
                <a:path w="1942464" h="1776095">
                  <a:moveTo>
                    <a:pt x="1942452" y="1776095"/>
                  </a:moveTo>
                  <a:lnTo>
                    <a:pt x="0" y="1776095"/>
                  </a:lnTo>
                  <a:lnTo>
                    <a:pt x="0" y="0"/>
                  </a:lnTo>
                  <a:lnTo>
                    <a:pt x="1942452" y="0"/>
                  </a:lnTo>
                  <a:lnTo>
                    <a:pt x="1942452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1763395"/>
                  </a:lnTo>
                  <a:lnTo>
                    <a:pt x="6350" y="1763395"/>
                  </a:lnTo>
                  <a:lnTo>
                    <a:pt x="12700" y="1769745"/>
                  </a:lnTo>
                  <a:lnTo>
                    <a:pt x="1942452" y="1769745"/>
                  </a:lnTo>
                  <a:lnTo>
                    <a:pt x="1942452" y="1776095"/>
                  </a:lnTo>
                  <a:close/>
                </a:path>
                <a:path w="1942464" h="1776095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1942464" h="1776095">
                  <a:moveTo>
                    <a:pt x="1929752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1929752" y="6350"/>
                  </a:lnTo>
                  <a:lnTo>
                    <a:pt x="1929752" y="12700"/>
                  </a:lnTo>
                  <a:close/>
                </a:path>
                <a:path w="1942464" h="1776095">
                  <a:moveTo>
                    <a:pt x="1929752" y="1769745"/>
                  </a:moveTo>
                  <a:lnTo>
                    <a:pt x="1929752" y="6350"/>
                  </a:lnTo>
                  <a:lnTo>
                    <a:pt x="1936102" y="12700"/>
                  </a:lnTo>
                  <a:lnTo>
                    <a:pt x="1942452" y="12700"/>
                  </a:lnTo>
                  <a:lnTo>
                    <a:pt x="1942452" y="1763395"/>
                  </a:lnTo>
                  <a:lnTo>
                    <a:pt x="1936102" y="1763395"/>
                  </a:lnTo>
                  <a:lnTo>
                    <a:pt x="1929752" y="1769745"/>
                  </a:lnTo>
                  <a:close/>
                </a:path>
                <a:path w="1942464" h="1776095">
                  <a:moveTo>
                    <a:pt x="1942452" y="12700"/>
                  </a:moveTo>
                  <a:lnTo>
                    <a:pt x="1936102" y="12700"/>
                  </a:lnTo>
                  <a:lnTo>
                    <a:pt x="1929752" y="6350"/>
                  </a:lnTo>
                  <a:lnTo>
                    <a:pt x="1942452" y="6350"/>
                  </a:lnTo>
                  <a:lnTo>
                    <a:pt x="1942452" y="12700"/>
                  </a:lnTo>
                  <a:close/>
                </a:path>
                <a:path w="1942464" h="1776095">
                  <a:moveTo>
                    <a:pt x="12700" y="1769745"/>
                  </a:moveTo>
                  <a:lnTo>
                    <a:pt x="6350" y="1763395"/>
                  </a:lnTo>
                  <a:lnTo>
                    <a:pt x="12700" y="1763395"/>
                  </a:lnTo>
                  <a:lnTo>
                    <a:pt x="12700" y="1769745"/>
                  </a:lnTo>
                  <a:close/>
                </a:path>
                <a:path w="1942464" h="1776095">
                  <a:moveTo>
                    <a:pt x="1929752" y="1769745"/>
                  </a:moveTo>
                  <a:lnTo>
                    <a:pt x="12700" y="1769745"/>
                  </a:lnTo>
                  <a:lnTo>
                    <a:pt x="12700" y="1763395"/>
                  </a:lnTo>
                  <a:lnTo>
                    <a:pt x="1929752" y="1763395"/>
                  </a:lnTo>
                  <a:lnTo>
                    <a:pt x="1929752" y="1769745"/>
                  </a:lnTo>
                  <a:close/>
                </a:path>
                <a:path w="1942464" h="1776095">
                  <a:moveTo>
                    <a:pt x="1942452" y="1769745"/>
                  </a:moveTo>
                  <a:lnTo>
                    <a:pt x="1929752" y="1769745"/>
                  </a:lnTo>
                  <a:lnTo>
                    <a:pt x="1936102" y="1763395"/>
                  </a:lnTo>
                  <a:lnTo>
                    <a:pt x="1942452" y="1763395"/>
                  </a:lnTo>
                  <a:lnTo>
                    <a:pt x="1942452" y="1769745"/>
                  </a:lnTo>
                  <a:close/>
                </a:path>
              </a:pathLst>
            </a:custGeom>
            <a:solidFill>
              <a:srgbClr val="2C292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3282035" y="3891978"/>
            <a:ext cx="1656080" cy="174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3550">
              <a:lnSpc>
                <a:spcPct val="100000"/>
              </a:lnSpc>
              <a:spcBef>
                <a:spcPts val="100"/>
              </a:spcBef>
            </a:pPr>
            <a:r>
              <a:rPr sz="2100" b="1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Latam</a:t>
            </a:r>
            <a:endParaRPr sz="2100">
              <a:latin typeface="Microsoft YaHei" panose="020B0503020204020204" charset="-122"/>
              <a:cs typeface="Microsoft YaHei" panose="020B0503020204020204" charset="-122"/>
            </a:endParaRPr>
          </a:p>
          <a:p>
            <a:pPr marL="184785" indent="-172085">
              <a:lnSpc>
                <a:spcPct val="100000"/>
              </a:lnSpc>
              <a:spcBef>
                <a:spcPts val="935"/>
              </a:spcBef>
              <a:buFont typeface="Arial MT"/>
              <a:buChar char="•"/>
              <a:tabLst>
                <a:tab pos="184785" algn="l"/>
              </a:tabLst>
            </a:pP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México</a:t>
            </a:r>
            <a:r>
              <a:rPr sz="1200" spc="-5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2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2021</a:t>
            </a:r>
            <a:endParaRPr sz="1200">
              <a:latin typeface="Microsoft YaHei" panose="020B0503020204020204" charset="-122"/>
              <a:cs typeface="Microsoft YaHei" panose="020B0503020204020204" charset="-122"/>
            </a:endParaRPr>
          </a:p>
          <a:p>
            <a:pPr marL="184785" indent="-172085">
              <a:lnSpc>
                <a:spcPct val="100000"/>
              </a:lnSpc>
              <a:buFont typeface="Arial MT"/>
              <a:buChar char="•"/>
              <a:tabLst>
                <a:tab pos="184785" algn="l"/>
              </a:tabLst>
            </a:pP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Brasil</a:t>
            </a:r>
            <a:r>
              <a:rPr sz="1200" spc="-3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2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2022</a:t>
            </a:r>
            <a:endParaRPr sz="1200">
              <a:latin typeface="Microsoft YaHei" panose="020B0503020204020204" charset="-122"/>
              <a:cs typeface="Microsoft YaHei" panose="020B0503020204020204" charset="-122"/>
            </a:endParaRPr>
          </a:p>
          <a:p>
            <a:pPr marL="184150" marR="5080" indent="-171450">
              <a:lnSpc>
                <a:spcPct val="100000"/>
              </a:lnSpc>
              <a:buFont typeface="Arial MT"/>
              <a:buChar char="•"/>
              <a:tabLst>
                <a:tab pos="184150" algn="l"/>
              </a:tabLst>
            </a:pP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Colombia,</a:t>
            </a:r>
            <a:r>
              <a:rPr sz="1200" spc="-6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Perú,</a:t>
            </a:r>
            <a:r>
              <a:rPr sz="1200" spc="-6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2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El Salvador,</a:t>
            </a:r>
            <a:r>
              <a:rPr sz="1200" spc="-2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República Dominicana,</a:t>
            </a:r>
            <a:r>
              <a:rPr sz="1200" spc="-4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2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El Salvador,</a:t>
            </a:r>
            <a:r>
              <a:rPr sz="1200" spc="-2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Guatemala </a:t>
            </a:r>
            <a:r>
              <a:rPr sz="1200" spc="-2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2024</a:t>
            </a:r>
            <a:endParaRPr sz="12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8901836" y="5099786"/>
            <a:ext cx="1848485" cy="841375"/>
            <a:chOff x="8901836" y="5099786"/>
            <a:chExt cx="1848485" cy="841375"/>
          </a:xfrm>
        </p:grpSpPr>
        <p:sp>
          <p:nvSpPr>
            <p:cNvPr id="34" name="object 34"/>
            <p:cNvSpPr/>
            <p:nvPr/>
          </p:nvSpPr>
          <p:spPr>
            <a:xfrm>
              <a:off x="8907780" y="5105400"/>
              <a:ext cx="1836420" cy="829310"/>
            </a:xfrm>
            <a:custGeom>
              <a:avLst/>
              <a:gdLst/>
              <a:ahLst/>
              <a:cxnLst/>
              <a:rect l="l" t="t" r="r" b="b"/>
              <a:pathLst>
                <a:path w="1836420" h="829310">
                  <a:moveTo>
                    <a:pt x="1836420" y="829055"/>
                  </a:moveTo>
                  <a:lnTo>
                    <a:pt x="0" y="829055"/>
                  </a:lnTo>
                  <a:lnTo>
                    <a:pt x="0" y="0"/>
                  </a:lnTo>
                  <a:lnTo>
                    <a:pt x="1836420" y="0"/>
                  </a:lnTo>
                  <a:lnTo>
                    <a:pt x="1836420" y="829055"/>
                  </a:lnTo>
                  <a:close/>
                </a:path>
              </a:pathLst>
            </a:custGeom>
            <a:solidFill>
              <a:srgbClr val="FFFFFF">
                <a:alpha val="450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8901836" y="5099786"/>
              <a:ext cx="1848485" cy="841375"/>
            </a:xfrm>
            <a:custGeom>
              <a:avLst/>
              <a:gdLst/>
              <a:ahLst/>
              <a:cxnLst/>
              <a:rect l="l" t="t" r="r" b="b"/>
              <a:pathLst>
                <a:path w="1848484" h="841375">
                  <a:moveTo>
                    <a:pt x="1848319" y="840866"/>
                  </a:moveTo>
                  <a:lnTo>
                    <a:pt x="0" y="840866"/>
                  </a:lnTo>
                  <a:lnTo>
                    <a:pt x="0" y="0"/>
                  </a:lnTo>
                  <a:lnTo>
                    <a:pt x="1848319" y="0"/>
                  </a:lnTo>
                  <a:lnTo>
                    <a:pt x="1848319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828166"/>
                  </a:lnTo>
                  <a:lnTo>
                    <a:pt x="6350" y="828166"/>
                  </a:lnTo>
                  <a:lnTo>
                    <a:pt x="12700" y="834516"/>
                  </a:lnTo>
                  <a:lnTo>
                    <a:pt x="1848319" y="834516"/>
                  </a:lnTo>
                  <a:lnTo>
                    <a:pt x="1848319" y="840866"/>
                  </a:lnTo>
                  <a:close/>
                </a:path>
                <a:path w="1848484" h="841375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1848484" h="841375">
                  <a:moveTo>
                    <a:pt x="1835619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1835619" y="6350"/>
                  </a:lnTo>
                  <a:lnTo>
                    <a:pt x="1835619" y="12700"/>
                  </a:lnTo>
                  <a:close/>
                </a:path>
                <a:path w="1848484" h="841375">
                  <a:moveTo>
                    <a:pt x="1835619" y="834516"/>
                  </a:moveTo>
                  <a:lnTo>
                    <a:pt x="1835619" y="6350"/>
                  </a:lnTo>
                  <a:lnTo>
                    <a:pt x="1841969" y="12700"/>
                  </a:lnTo>
                  <a:lnTo>
                    <a:pt x="1848319" y="12700"/>
                  </a:lnTo>
                  <a:lnTo>
                    <a:pt x="1848319" y="828166"/>
                  </a:lnTo>
                  <a:lnTo>
                    <a:pt x="1841969" y="828166"/>
                  </a:lnTo>
                  <a:lnTo>
                    <a:pt x="1835619" y="834516"/>
                  </a:lnTo>
                  <a:close/>
                </a:path>
                <a:path w="1848484" h="841375">
                  <a:moveTo>
                    <a:pt x="1848319" y="12700"/>
                  </a:moveTo>
                  <a:lnTo>
                    <a:pt x="1841969" y="12700"/>
                  </a:lnTo>
                  <a:lnTo>
                    <a:pt x="1835619" y="6350"/>
                  </a:lnTo>
                  <a:lnTo>
                    <a:pt x="1848319" y="6350"/>
                  </a:lnTo>
                  <a:lnTo>
                    <a:pt x="1848319" y="12700"/>
                  </a:lnTo>
                  <a:close/>
                </a:path>
                <a:path w="1848484" h="841375">
                  <a:moveTo>
                    <a:pt x="12700" y="834516"/>
                  </a:moveTo>
                  <a:lnTo>
                    <a:pt x="6350" y="828166"/>
                  </a:lnTo>
                  <a:lnTo>
                    <a:pt x="12700" y="828166"/>
                  </a:lnTo>
                  <a:lnTo>
                    <a:pt x="12700" y="834516"/>
                  </a:lnTo>
                  <a:close/>
                </a:path>
                <a:path w="1848484" h="841375">
                  <a:moveTo>
                    <a:pt x="1835619" y="834516"/>
                  </a:moveTo>
                  <a:lnTo>
                    <a:pt x="12700" y="834516"/>
                  </a:lnTo>
                  <a:lnTo>
                    <a:pt x="12700" y="828166"/>
                  </a:lnTo>
                  <a:lnTo>
                    <a:pt x="1835619" y="828166"/>
                  </a:lnTo>
                  <a:lnTo>
                    <a:pt x="1835619" y="834516"/>
                  </a:lnTo>
                  <a:close/>
                </a:path>
                <a:path w="1848484" h="841375">
                  <a:moveTo>
                    <a:pt x="1848319" y="834516"/>
                  </a:moveTo>
                  <a:lnTo>
                    <a:pt x="1835619" y="834516"/>
                  </a:lnTo>
                  <a:lnTo>
                    <a:pt x="1841969" y="828166"/>
                  </a:lnTo>
                  <a:lnTo>
                    <a:pt x="1848319" y="828166"/>
                  </a:lnTo>
                  <a:lnTo>
                    <a:pt x="1848319" y="834516"/>
                  </a:lnTo>
                  <a:close/>
                </a:path>
              </a:pathLst>
            </a:custGeom>
            <a:solidFill>
              <a:srgbClr val="2C292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8997683" y="5093446"/>
            <a:ext cx="1651635" cy="75882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348615">
              <a:lnSpc>
                <a:spcPct val="100000"/>
              </a:lnSpc>
              <a:spcBef>
                <a:spcPts val="335"/>
              </a:spcBef>
            </a:pPr>
            <a:r>
              <a:rPr sz="2100" b="1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Oceanía</a:t>
            </a:r>
            <a:endParaRPr sz="2100">
              <a:latin typeface="Microsoft YaHei" panose="020B0503020204020204" charset="-122"/>
              <a:cs typeface="Microsoft YaHei" panose="020B0503020204020204" charset="-122"/>
            </a:endParaRPr>
          </a:p>
          <a:p>
            <a:pPr marL="184785" indent="-172085">
              <a:lnSpc>
                <a:spcPct val="100000"/>
              </a:lnSpc>
              <a:spcBef>
                <a:spcPts val="135"/>
              </a:spcBef>
              <a:buFont typeface="Arial MT"/>
              <a:buChar char="•"/>
              <a:tabLst>
                <a:tab pos="184785" algn="l"/>
              </a:tabLst>
            </a:pP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Australia</a:t>
            </a:r>
            <a:r>
              <a:rPr sz="1200" spc="-5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2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2023</a:t>
            </a:r>
            <a:endParaRPr sz="1200">
              <a:latin typeface="Microsoft YaHei" panose="020B0503020204020204" charset="-122"/>
              <a:cs typeface="Microsoft YaHei" panose="020B0503020204020204" charset="-122"/>
            </a:endParaRPr>
          </a:p>
          <a:p>
            <a:pPr marL="184785" indent="-172085">
              <a:lnSpc>
                <a:spcPct val="100000"/>
              </a:lnSpc>
              <a:buFont typeface="Arial MT"/>
              <a:buChar char="•"/>
              <a:tabLst>
                <a:tab pos="184785" algn="l"/>
              </a:tabLst>
            </a:pP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Nueva</a:t>
            </a:r>
            <a:r>
              <a:rPr sz="1200" spc="-3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zelanda</a:t>
            </a:r>
            <a:r>
              <a:rPr sz="1200" spc="-3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2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2024</a:t>
            </a:r>
            <a:endParaRPr sz="12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7333830" y="4868176"/>
            <a:ext cx="1457325" cy="1071880"/>
            <a:chOff x="7333830" y="4868176"/>
            <a:chExt cx="1457325" cy="1071880"/>
          </a:xfrm>
        </p:grpSpPr>
        <p:sp>
          <p:nvSpPr>
            <p:cNvPr id="38" name="object 38"/>
            <p:cNvSpPr/>
            <p:nvPr/>
          </p:nvSpPr>
          <p:spPr>
            <a:xfrm>
              <a:off x="7339583" y="4875276"/>
              <a:ext cx="1445260" cy="1059180"/>
            </a:xfrm>
            <a:custGeom>
              <a:avLst/>
              <a:gdLst/>
              <a:ahLst/>
              <a:cxnLst/>
              <a:rect l="l" t="t" r="r" b="b"/>
              <a:pathLst>
                <a:path w="1445259" h="1059179">
                  <a:moveTo>
                    <a:pt x="1444752" y="1059179"/>
                  </a:moveTo>
                  <a:lnTo>
                    <a:pt x="0" y="1059179"/>
                  </a:lnTo>
                  <a:lnTo>
                    <a:pt x="0" y="0"/>
                  </a:lnTo>
                  <a:lnTo>
                    <a:pt x="1444752" y="0"/>
                  </a:lnTo>
                  <a:lnTo>
                    <a:pt x="1444752" y="1059179"/>
                  </a:lnTo>
                  <a:close/>
                </a:path>
              </a:pathLst>
            </a:custGeom>
            <a:solidFill>
              <a:srgbClr val="FFFFFF">
                <a:alpha val="450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7333830" y="4868176"/>
              <a:ext cx="1457325" cy="1071880"/>
            </a:xfrm>
            <a:custGeom>
              <a:avLst/>
              <a:gdLst/>
              <a:ahLst/>
              <a:cxnLst/>
              <a:rect l="l" t="t" r="r" b="b"/>
              <a:pathLst>
                <a:path w="1457325" h="1071879">
                  <a:moveTo>
                    <a:pt x="1457325" y="1071879"/>
                  </a:moveTo>
                  <a:lnTo>
                    <a:pt x="0" y="1071879"/>
                  </a:lnTo>
                  <a:lnTo>
                    <a:pt x="0" y="0"/>
                  </a:lnTo>
                  <a:lnTo>
                    <a:pt x="1457325" y="0"/>
                  </a:lnTo>
                  <a:lnTo>
                    <a:pt x="1457325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1059179"/>
                  </a:lnTo>
                  <a:lnTo>
                    <a:pt x="6350" y="1059179"/>
                  </a:lnTo>
                  <a:lnTo>
                    <a:pt x="12700" y="1065529"/>
                  </a:lnTo>
                  <a:lnTo>
                    <a:pt x="1457325" y="1065529"/>
                  </a:lnTo>
                  <a:lnTo>
                    <a:pt x="1457325" y="1071879"/>
                  </a:lnTo>
                  <a:close/>
                </a:path>
                <a:path w="1457325" h="1071879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1457325" h="1071879">
                  <a:moveTo>
                    <a:pt x="1444625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1444625" y="6350"/>
                  </a:lnTo>
                  <a:lnTo>
                    <a:pt x="1444625" y="12700"/>
                  </a:lnTo>
                  <a:close/>
                </a:path>
                <a:path w="1457325" h="1071879">
                  <a:moveTo>
                    <a:pt x="1444625" y="1065529"/>
                  </a:moveTo>
                  <a:lnTo>
                    <a:pt x="1444625" y="6350"/>
                  </a:lnTo>
                  <a:lnTo>
                    <a:pt x="1450975" y="12700"/>
                  </a:lnTo>
                  <a:lnTo>
                    <a:pt x="1457325" y="12700"/>
                  </a:lnTo>
                  <a:lnTo>
                    <a:pt x="1457325" y="1059179"/>
                  </a:lnTo>
                  <a:lnTo>
                    <a:pt x="1450975" y="1059179"/>
                  </a:lnTo>
                  <a:lnTo>
                    <a:pt x="1444625" y="1065529"/>
                  </a:lnTo>
                  <a:close/>
                </a:path>
                <a:path w="1457325" h="1071879">
                  <a:moveTo>
                    <a:pt x="1457325" y="12700"/>
                  </a:moveTo>
                  <a:lnTo>
                    <a:pt x="1450975" y="12700"/>
                  </a:lnTo>
                  <a:lnTo>
                    <a:pt x="1444625" y="6350"/>
                  </a:lnTo>
                  <a:lnTo>
                    <a:pt x="1457325" y="6350"/>
                  </a:lnTo>
                  <a:lnTo>
                    <a:pt x="1457325" y="12700"/>
                  </a:lnTo>
                  <a:close/>
                </a:path>
                <a:path w="1457325" h="1071879">
                  <a:moveTo>
                    <a:pt x="12700" y="1065529"/>
                  </a:moveTo>
                  <a:lnTo>
                    <a:pt x="6350" y="1059179"/>
                  </a:lnTo>
                  <a:lnTo>
                    <a:pt x="12700" y="1059179"/>
                  </a:lnTo>
                  <a:lnTo>
                    <a:pt x="12700" y="1065529"/>
                  </a:lnTo>
                  <a:close/>
                </a:path>
                <a:path w="1457325" h="1071879">
                  <a:moveTo>
                    <a:pt x="1444625" y="1065529"/>
                  </a:moveTo>
                  <a:lnTo>
                    <a:pt x="12700" y="1065529"/>
                  </a:lnTo>
                  <a:lnTo>
                    <a:pt x="12700" y="1059179"/>
                  </a:lnTo>
                  <a:lnTo>
                    <a:pt x="1444625" y="1059179"/>
                  </a:lnTo>
                  <a:lnTo>
                    <a:pt x="1444625" y="1065529"/>
                  </a:lnTo>
                  <a:close/>
                </a:path>
                <a:path w="1457325" h="1071879">
                  <a:moveTo>
                    <a:pt x="1457325" y="1065529"/>
                  </a:moveTo>
                  <a:lnTo>
                    <a:pt x="1444625" y="1065529"/>
                  </a:lnTo>
                  <a:lnTo>
                    <a:pt x="1450975" y="1059179"/>
                  </a:lnTo>
                  <a:lnTo>
                    <a:pt x="1457325" y="1059179"/>
                  </a:lnTo>
                  <a:lnTo>
                    <a:pt x="1457325" y="1065529"/>
                  </a:lnTo>
                  <a:close/>
                </a:path>
              </a:pathLst>
            </a:custGeom>
            <a:solidFill>
              <a:srgbClr val="2C292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7418920" y="4734122"/>
            <a:ext cx="1260475" cy="1146810"/>
          </a:xfrm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150495">
              <a:lnSpc>
                <a:spcPct val="100000"/>
              </a:lnSpc>
              <a:spcBef>
                <a:spcPts val="1415"/>
              </a:spcBef>
            </a:pPr>
            <a:r>
              <a:rPr sz="2000" b="1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África</a:t>
            </a:r>
            <a:endParaRPr sz="2000">
              <a:latin typeface="Microsoft YaHei" panose="020B0503020204020204" charset="-122"/>
              <a:cs typeface="Microsoft YaHei" panose="020B0503020204020204" charset="-122"/>
            </a:endParaRPr>
          </a:p>
          <a:p>
            <a:pPr marL="184785" indent="-172085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184785" algn="l"/>
              </a:tabLst>
            </a:pP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Sudáfrica</a:t>
            </a:r>
            <a:r>
              <a:rPr sz="1200" spc="-3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2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2023</a:t>
            </a:r>
            <a:endParaRPr sz="1200">
              <a:latin typeface="Microsoft YaHei" panose="020B0503020204020204" charset="-122"/>
              <a:cs typeface="Microsoft YaHei" panose="020B0503020204020204" charset="-122"/>
            </a:endParaRPr>
          </a:p>
          <a:p>
            <a:pPr marL="184150" marR="304165" indent="-171450">
              <a:lnSpc>
                <a:spcPct val="100000"/>
              </a:lnSpc>
              <a:buFont typeface="Arial MT"/>
              <a:buChar char="•"/>
              <a:tabLst>
                <a:tab pos="184150" algn="l"/>
              </a:tabLst>
            </a:pPr>
            <a:r>
              <a:rPr sz="1200" spc="-2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Marruecos 2024</a:t>
            </a:r>
            <a:endParaRPr sz="12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81227" y="1858670"/>
            <a:ext cx="6321425" cy="4700905"/>
            <a:chOff x="681227" y="1858670"/>
            <a:chExt cx="6321425" cy="4700905"/>
          </a:xfrm>
        </p:grpSpPr>
        <p:sp>
          <p:nvSpPr>
            <p:cNvPr id="42" name="object 42"/>
            <p:cNvSpPr/>
            <p:nvPr/>
          </p:nvSpPr>
          <p:spPr>
            <a:xfrm>
              <a:off x="4711497" y="1858670"/>
              <a:ext cx="2291080" cy="3283585"/>
            </a:xfrm>
            <a:custGeom>
              <a:avLst/>
              <a:gdLst/>
              <a:ahLst/>
              <a:cxnLst/>
              <a:rect l="l" t="t" r="r" b="b"/>
              <a:pathLst>
                <a:path w="2291079" h="3283585">
                  <a:moveTo>
                    <a:pt x="2270239" y="3197123"/>
                  </a:moveTo>
                  <a:lnTo>
                    <a:pt x="2101786" y="3199307"/>
                  </a:lnTo>
                  <a:lnTo>
                    <a:pt x="2110422" y="3230003"/>
                  </a:lnTo>
                  <a:lnTo>
                    <a:pt x="2105926" y="3230562"/>
                  </a:lnTo>
                  <a:lnTo>
                    <a:pt x="2067839" y="3233750"/>
                  </a:lnTo>
                  <a:lnTo>
                    <a:pt x="2051215" y="3234309"/>
                  </a:lnTo>
                  <a:lnTo>
                    <a:pt x="2026958" y="3234309"/>
                  </a:lnTo>
                  <a:lnTo>
                    <a:pt x="1983841" y="3231578"/>
                  </a:lnTo>
                  <a:lnTo>
                    <a:pt x="1939124" y="3224911"/>
                  </a:lnTo>
                  <a:lnTo>
                    <a:pt x="1893570" y="3213785"/>
                  </a:lnTo>
                  <a:lnTo>
                    <a:pt x="1846872" y="3197441"/>
                  </a:lnTo>
                  <a:lnTo>
                    <a:pt x="1811413" y="3181375"/>
                  </a:lnTo>
                  <a:lnTo>
                    <a:pt x="1768944" y="3157397"/>
                  </a:lnTo>
                  <a:lnTo>
                    <a:pt x="1727403" y="3128162"/>
                  </a:lnTo>
                  <a:lnTo>
                    <a:pt x="1690433" y="3096425"/>
                  </a:lnTo>
                  <a:lnTo>
                    <a:pt x="1658112" y="3063341"/>
                  </a:lnTo>
                  <a:lnTo>
                    <a:pt x="1629968" y="3029572"/>
                  </a:lnTo>
                  <a:lnTo>
                    <a:pt x="1606524" y="2997022"/>
                  </a:lnTo>
                  <a:lnTo>
                    <a:pt x="1581264" y="2956064"/>
                  </a:lnTo>
                  <a:lnTo>
                    <a:pt x="1559179" y="2912961"/>
                  </a:lnTo>
                  <a:lnTo>
                    <a:pt x="1559064" y="2912694"/>
                  </a:lnTo>
                  <a:lnTo>
                    <a:pt x="1553006" y="2899003"/>
                  </a:lnTo>
                  <a:lnTo>
                    <a:pt x="1548180" y="2887192"/>
                  </a:lnTo>
                  <a:lnTo>
                    <a:pt x="1544866" y="2878328"/>
                  </a:lnTo>
                  <a:lnTo>
                    <a:pt x="1527022" y="2885021"/>
                  </a:lnTo>
                  <a:lnTo>
                    <a:pt x="1541830" y="2920796"/>
                  </a:lnTo>
                  <a:lnTo>
                    <a:pt x="1559344" y="2955760"/>
                  </a:lnTo>
                  <a:lnTo>
                    <a:pt x="1583588" y="2996793"/>
                  </a:lnTo>
                  <a:lnTo>
                    <a:pt x="1606384" y="3029928"/>
                  </a:lnTo>
                  <a:lnTo>
                    <a:pt x="1633778" y="3064472"/>
                  </a:lnTo>
                  <a:lnTo>
                    <a:pt x="1665605" y="3098889"/>
                  </a:lnTo>
                  <a:lnTo>
                    <a:pt x="1702231" y="3132328"/>
                  </a:lnTo>
                  <a:lnTo>
                    <a:pt x="1743887" y="3163760"/>
                  </a:lnTo>
                  <a:lnTo>
                    <a:pt x="1782597" y="3187662"/>
                  </a:lnTo>
                  <a:lnTo>
                    <a:pt x="1827555" y="3209975"/>
                  </a:lnTo>
                  <a:lnTo>
                    <a:pt x="1864118" y="3224326"/>
                  </a:lnTo>
                  <a:lnTo>
                    <a:pt x="1912226" y="3238512"/>
                  </a:lnTo>
                  <a:lnTo>
                    <a:pt x="1959165" y="3247656"/>
                  </a:lnTo>
                  <a:lnTo>
                    <a:pt x="2004491" y="3252406"/>
                  </a:lnTo>
                  <a:lnTo>
                    <a:pt x="2026424" y="3253346"/>
                  </a:lnTo>
                  <a:lnTo>
                    <a:pt x="2052180" y="3253346"/>
                  </a:lnTo>
                  <a:lnTo>
                    <a:pt x="2098408" y="3250539"/>
                  </a:lnTo>
                  <a:lnTo>
                    <a:pt x="2115655" y="3248558"/>
                  </a:lnTo>
                  <a:lnTo>
                    <a:pt x="2125434" y="3283254"/>
                  </a:lnTo>
                  <a:lnTo>
                    <a:pt x="2270239" y="3197123"/>
                  </a:lnTo>
                  <a:close/>
                </a:path>
                <a:path w="2291079" h="3283585">
                  <a:moveTo>
                    <a:pt x="2290686" y="21348"/>
                  </a:moveTo>
                  <a:lnTo>
                    <a:pt x="2118804" y="0"/>
                  </a:lnTo>
                  <a:lnTo>
                    <a:pt x="2122881" y="29514"/>
                  </a:lnTo>
                  <a:lnTo>
                    <a:pt x="2105215" y="29514"/>
                  </a:lnTo>
                  <a:lnTo>
                    <a:pt x="2093036" y="42214"/>
                  </a:lnTo>
                  <a:lnTo>
                    <a:pt x="2056155" y="42214"/>
                  </a:lnTo>
                  <a:lnTo>
                    <a:pt x="2043760" y="54914"/>
                  </a:lnTo>
                  <a:lnTo>
                    <a:pt x="2018868" y="54914"/>
                  </a:lnTo>
                  <a:lnTo>
                    <a:pt x="2006371" y="67614"/>
                  </a:lnTo>
                  <a:lnTo>
                    <a:pt x="1981339" y="67614"/>
                  </a:lnTo>
                  <a:lnTo>
                    <a:pt x="1968817" y="80314"/>
                  </a:lnTo>
                  <a:lnTo>
                    <a:pt x="1956282" y="80314"/>
                  </a:lnTo>
                  <a:lnTo>
                    <a:pt x="1943735" y="93014"/>
                  </a:lnTo>
                  <a:lnTo>
                    <a:pt x="1931225" y="93014"/>
                  </a:lnTo>
                  <a:lnTo>
                    <a:pt x="1918728" y="105714"/>
                  </a:lnTo>
                  <a:lnTo>
                    <a:pt x="1906244" y="105714"/>
                  </a:lnTo>
                  <a:lnTo>
                    <a:pt x="1893798" y="118414"/>
                  </a:lnTo>
                  <a:lnTo>
                    <a:pt x="1881378" y="118414"/>
                  </a:lnTo>
                  <a:lnTo>
                    <a:pt x="1868995" y="131114"/>
                  </a:lnTo>
                  <a:lnTo>
                    <a:pt x="1856663" y="131114"/>
                  </a:lnTo>
                  <a:lnTo>
                    <a:pt x="1844395" y="143814"/>
                  </a:lnTo>
                  <a:lnTo>
                    <a:pt x="1832178" y="143814"/>
                  </a:lnTo>
                  <a:lnTo>
                    <a:pt x="1807933" y="169214"/>
                  </a:lnTo>
                  <a:lnTo>
                    <a:pt x="1795919" y="169214"/>
                  </a:lnTo>
                  <a:lnTo>
                    <a:pt x="1772183" y="194614"/>
                  </a:lnTo>
                  <a:lnTo>
                    <a:pt x="1760435" y="207314"/>
                  </a:lnTo>
                  <a:lnTo>
                    <a:pt x="1744599" y="219938"/>
                  </a:lnTo>
                  <a:lnTo>
                    <a:pt x="1729054" y="232625"/>
                  </a:lnTo>
                  <a:lnTo>
                    <a:pt x="1699133" y="258025"/>
                  </a:lnTo>
                  <a:lnTo>
                    <a:pt x="1664119" y="295922"/>
                  </a:lnTo>
                  <a:lnTo>
                    <a:pt x="1657184" y="308914"/>
                  </a:lnTo>
                  <a:lnTo>
                    <a:pt x="1644103" y="321564"/>
                  </a:lnTo>
                  <a:lnTo>
                    <a:pt x="1631378" y="334251"/>
                  </a:lnTo>
                  <a:lnTo>
                    <a:pt x="1625104" y="347078"/>
                  </a:lnTo>
                  <a:lnTo>
                    <a:pt x="1618970" y="359714"/>
                  </a:lnTo>
                  <a:lnTo>
                    <a:pt x="1607058" y="372414"/>
                  </a:lnTo>
                  <a:lnTo>
                    <a:pt x="1595539" y="385114"/>
                  </a:lnTo>
                  <a:lnTo>
                    <a:pt x="1584426" y="410514"/>
                  </a:lnTo>
                  <a:lnTo>
                    <a:pt x="1573733" y="423214"/>
                  </a:lnTo>
                  <a:lnTo>
                    <a:pt x="1563446" y="448614"/>
                  </a:lnTo>
                  <a:lnTo>
                    <a:pt x="1553565" y="461314"/>
                  </a:lnTo>
                  <a:lnTo>
                    <a:pt x="1544104" y="486714"/>
                  </a:lnTo>
                  <a:lnTo>
                    <a:pt x="1535049" y="499414"/>
                  </a:lnTo>
                  <a:lnTo>
                    <a:pt x="1526413" y="524814"/>
                  </a:lnTo>
                  <a:lnTo>
                    <a:pt x="1518183" y="550214"/>
                  </a:lnTo>
                  <a:lnTo>
                    <a:pt x="1510372" y="562914"/>
                  </a:lnTo>
                  <a:lnTo>
                    <a:pt x="1502981" y="588314"/>
                  </a:lnTo>
                  <a:lnTo>
                    <a:pt x="1495996" y="601014"/>
                  </a:lnTo>
                  <a:lnTo>
                    <a:pt x="1489443" y="626414"/>
                  </a:lnTo>
                  <a:lnTo>
                    <a:pt x="1483296" y="651814"/>
                  </a:lnTo>
                  <a:lnTo>
                    <a:pt x="1477556" y="677214"/>
                  </a:lnTo>
                  <a:lnTo>
                    <a:pt x="1472247" y="689914"/>
                  </a:lnTo>
                  <a:lnTo>
                    <a:pt x="1467358" y="715314"/>
                  </a:lnTo>
                  <a:lnTo>
                    <a:pt x="1462887" y="740714"/>
                  </a:lnTo>
                  <a:lnTo>
                    <a:pt x="1458836" y="766114"/>
                  </a:lnTo>
                  <a:lnTo>
                    <a:pt x="1455216" y="778814"/>
                  </a:lnTo>
                  <a:lnTo>
                    <a:pt x="1449222" y="829614"/>
                  </a:lnTo>
                  <a:lnTo>
                    <a:pt x="1444929" y="880414"/>
                  </a:lnTo>
                  <a:lnTo>
                    <a:pt x="1442326" y="931214"/>
                  </a:lnTo>
                  <a:lnTo>
                    <a:pt x="1441437" y="969314"/>
                  </a:lnTo>
                  <a:lnTo>
                    <a:pt x="1441640" y="994714"/>
                  </a:lnTo>
                  <a:lnTo>
                    <a:pt x="1443316" y="1045514"/>
                  </a:lnTo>
                  <a:lnTo>
                    <a:pt x="1446720" y="1096314"/>
                  </a:lnTo>
                  <a:lnTo>
                    <a:pt x="1451851" y="1147114"/>
                  </a:lnTo>
                  <a:lnTo>
                    <a:pt x="1458722" y="1197914"/>
                  </a:lnTo>
                  <a:lnTo>
                    <a:pt x="1467319" y="1248714"/>
                  </a:lnTo>
                  <a:lnTo>
                    <a:pt x="1477670" y="1299514"/>
                  </a:lnTo>
                  <a:lnTo>
                    <a:pt x="1489786" y="1350314"/>
                  </a:lnTo>
                  <a:lnTo>
                    <a:pt x="1496491" y="1375714"/>
                  </a:lnTo>
                  <a:lnTo>
                    <a:pt x="1503654" y="1413814"/>
                  </a:lnTo>
                  <a:lnTo>
                    <a:pt x="1519275" y="1464614"/>
                  </a:lnTo>
                  <a:lnTo>
                    <a:pt x="1536687" y="1515414"/>
                  </a:lnTo>
                  <a:lnTo>
                    <a:pt x="1538287" y="1519770"/>
                  </a:lnTo>
                  <a:lnTo>
                    <a:pt x="1537042" y="1518323"/>
                  </a:lnTo>
                  <a:lnTo>
                    <a:pt x="1525765" y="1506893"/>
                  </a:lnTo>
                  <a:lnTo>
                    <a:pt x="1514246" y="1494193"/>
                  </a:lnTo>
                  <a:lnTo>
                    <a:pt x="1502486" y="1482763"/>
                  </a:lnTo>
                  <a:lnTo>
                    <a:pt x="1493393" y="1475079"/>
                  </a:lnTo>
                  <a:lnTo>
                    <a:pt x="1490484" y="1472603"/>
                  </a:lnTo>
                  <a:lnTo>
                    <a:pt x="1478267" y="1461173"/>
                  </a:lnTo>
                  <a:lnTo>
                    <a:pt x="1465821" y="1449743"/>
                  </a:lnTo>
                  <a:lnTo>
                    <a:pt x="1453159" y="1439583"/>
                  </a:lnTo>
                  <a:lnTo>
                    <a:pt x="1440281" y="1429423"/>
                  </a:lnTo>
                  <a:lnTo>
                    <a:pt x="1427200" y="1419263"/>
                  </a:lnTo>
                  <a:lnTo>
                    <a:pt x="1413916" y="1410373"/>
                  </a:lnTo>
                  <a:lnTo>
                    <a:pt x="1408849" y="1406563"/>
                  </a:lnTo>
                  <a:lnTo>
                    <a:pt x="1372895" y="1382433"/>
                  </a:lnTo>
                  <a:lnTo>
                    <a:pt x="1318107" y="1350683"/>
                  </a:lnTo>
                  <a:lnTo>
                    <a:pt x="1271054" y="1326553"/>
                  </a:lnTo>
                  <a:lnTo>
                    <a:pt x="1209535" y="1301153"/>
                  </a:lnTo>
                  <a:lnTo>
                    <a:pt x="1193825" y="1296073"/>
                  </a:lnTo>
                  <a:lnTo>
                    <a:pt x="1181163" y="1290993"/>
                  </a:lnTo>
                  <a:lnTo>
                    <a:pt x="1177531" y="1289583"/>
                  </a:lnTo>
                  <a:lnTo>
                    <a:pt x="1150023" y="1280833"/>
                  </a:lnTo>
                  <a:lnTo>
                    <a:pt x="1146009" y="1279563"/>
                  </a:lnTo>
                  <a:lnTo>
                    <a:pt x="1129842" y="1275753"/>
                  </a:lnTo>
                  <a:lnTo>
                    <a:pt x="1113586" y="1270673"/>
                  </a:lnTo>
                  <a:lnTo>
                    <a:pt x="1064260" y="1259243"/>
                  </a:lnTo>
                  <a:lnTo>
                    <a:pt x="1055954" y="1257973"/>
                  </a:lnTo>
                  <a:lnTo>
                    <a:pt x="1047648" y="1256703"/>
                  </a:lnTo>
                  <a:lnTo>
                    <a:pt x="1030960" y="1252893"/>
                  </a:lnTo>
                  <a:lnTo>
                    <a:pt x="997381" y="1247813"/>
                  </a:lnTo>
                  <a:lnTo>
                    <a:pt x="980490" y="1246543"/>
                  </a:lnTo>
                  <a:lnTo>
                    <a:pt x="963561" y="1244003"/>
                  </a:lnTo>
                  <a:lnTo>
                    <a:pt x="912469" y="1240193"/>
                  </a:lnTo>
                  <a:lnTo>
                    <a:pt x="826693" y="1240193"/>
                  </a:lnTo>
                  <a:lnTo>
                    <a:pt x="757859" y="1245273"/>
                  </a:lnTo>
                  <a:lnTo>
                    <a:pt x="706335" y="1252893"/>
                  </a:lnTo>
                  <a:lnTo>
                    <a:pt x="689203" y="1256703"/>
                  </a:lnTo>
                  <a:lnTo>
                    <a:pt x="672109" y="1259243"/>
                  </a:lnTo>
                  <a:lnTo>
                    <a:pt x="638022" y="1266863"/>
                  </a:lnTo>
                  <a:lnTo>
                    <a:pt x="621055" y="1271943"/>
                  </a:lnTo>
                  <a:lnTo>
                    <a:pt x="604126" y="1275753"/>
                  </a:lnTo>
                  <a:lnTo>
                    <a:pt x="587260" y="1280833"/>
                  </a:lnTo>
                  <a:lnTo>
                    <a:pt x="528993" y="1301153"/>
                  </a:lnTo>
                  <a:lnTo>
                    <a:pt x="514883" y="1307465"/>
                  </a:lnTo>
                  <a:lnTo>
                    <a:pt x="500735" y="1312583"/>
                  </a:lnTo>
                  <a:lnTo>
                    <a:pt x="459498" y="1331633"/>
                  </a:lnTo>
                  <a:lnTo>
                    <a:pt x="446176" y="1337932"/>
                  </a:lnTo>
                  <a:lnTo>
                    <a:pt x="432790" y="1345603"/>
                  </a:lnTo>
                  <a:lnTo>
                    <a:pt x="419684" y="1351953"/>
                  </a:lnTo>
                  <a:lnTo>
                    <a:pt x="393954" y="1367193"/>
                  </a:lnTo>
                  <a:lnTo>
                    <a:pt x="368909" y="1382433"/>
                  </a:lnTo>
                  <a:lnTo>
                    <a:pt x="356743" y="1389989"/>
                  </a:lnTo>
                  <a:lnTo>
                    <a:pt x="344551" y="1398943"/>
                  </a:lnTo>
                  <a:lnTo>
                    <a:pt x="332638" y="1406563"/>
                  </a:lnTo>
                  <a:lnTo>
                    <a:pt x="297980" y="1433233"/>
                  </a:lnTo>
                  <a:lnTo>
                    <a:pt x="275793" y="1452283"/>
                  </a:lnTo>
                  <a:lnTo>
                    <a:pt x="264985" y="1461173"/>
                  </a:lnTo>
                  <a:lnTo>
                    <a:pt x="254368" y="1471333"/>
                  </a:lnTo>
                  <a:lnTo>
                    <a:pt x="243954" y="1480223"/>
                  </a:lnTo>
                  <a:lnTo>
                    <a:pt x="233730" y="1490383"/>
                  </a:lnTo>
                  <a:lnTo>
                    <a:pt x="223697" y="1500543"/>
                  </a:lnTo>
                  <a:lnTo>
                    <a:pt x="213868" y="1510703"/>
                  </a:lnTo>
                  <a:lnTo>
                    <a:pt x="204241" y="1522133"/>
                  </a:lnTo>
                  <a:lnTo>
                    <a:pt x="194818" y="1532293"/>
                  </a:lnTo>
                  <a:lnTo>
                    <a:pt x="185610" y="1542453"/>
                  </a:lnTo>
                  <a:lnTo>
                    <a:pt x="176593" y="1553883"/>
                  </a:lnTo>
                  <a:lnTo>
                    <a:pt x="167805" y="1564043"/>
                  </a:lnTo>
                  <a:lnTo>
                    <a:pt x="142697" y="1598333"/>
                  </a:lnTo>
                  <a:lnTo>
                    <a:pt x="119557" y="1632623"/>
                  </a:lnTo>
                  <a:lnTo>
                    <a:pt x="112293" y="1645323"/>
                  </a:lnTo>
                  <a:lnTo>
                    <a:pt x="105257" y="1656753"/>
                  </a:lnTo>
                  <a:lnTo>
                    <a:pt x="98437" y="1668183"/>
                  </a:lnTo>
                  <a:lnTo>
                    <a:pt x="91871" y="1680883"/>
                  </a:lnTo>
                  <a:lnTo>
                    <a:pt x="85521" y="1693583"/>
                  </a:lnTo>
                  <a:lnTo>
                    <a:pt x="79413" y="1705013"/>
                  </a:lnTo>
                  <a:lnTo>
                    <a:pt x="62522" y="1743113"/>
                  </a:lnTo>
                  <a:lnTo>
                    <a:pt x="47840" y="1781213"/>
                  </a:lnTo>
                  <a:lnTo>
                    <a:pt x="39293" y="1807883"/>
                  </a:lnTo>
                  <a:lnTo>
                    <a:pt x="35407" y="1820583"/>
                  </a:lnTo>
                  <a:lnTo>
                    <a:pt x="32029" y="1832394"/>
                  </a:lnTo>
                  <a:lnTo>
                    <a:pt x="0" y="1827136"/>
                  </a:lnTo>
                  <a:lnTo>
                    <a:pt x="17005" y="1997735"/>
                  </a:lnTo>
                  <a:lnTo>
                    <a:pt x="87630" y="1841512"/>
                  </a:lnTo>
                  <a:lnTo>
                    <a:pt x="50990" y="1835505"/>
                  </a:lnTo>
                  <a:lnTo>
                    <a:pt x="53746" y="1825663"/>
                  </a:lnTo>
                  <a:lnTo>
                    <a:pt x="65849" y="1787563"/>
                  </a:lnTo>
                  <a:lnTo>
                    <a:pt x="75145" y="1762163"/>
                  </a:lnTo>
                  <a:lnTo>
                    <a:pt x="75082" y="1763433"/>
                  </a:lnTo>
                  <a:lnTo>
                    <a:pt x="75577" y="1762163"/>
                  </a:lnTo>
                  <a:lnTo>
                    <a:pt x="80149" y="1750733"/>
                  </a:lnTo>
                  <a:lnTo>
                    <a:pt x="85407" y="1738033"/>
                  </a:lnTo>
                  <a:lnTo>
                    <a:pt x="90881" y="1725333"/>
                  </a:lnTo>
                  <a:lnTo>
                    <a:pt x="90817" y="1726603"/>
                  </a:lnTo>
                  <a:lnTo>
                    <a:pt x="91389" y="1725333"/>
                  </a:lnTo>
                  <a:lnTo>
                    <a:pt x="96608" y="1713903"/>
                  </a:lnTo>
                  <a:lnTo>
                    <a:pt x="102552" y="1701203"/>
                  </a:lnTo>
                  <a:lnTo>
                    <a:pt x="108737" y="1689773"/>
                  </a:lnTo>
                  <a:lnTo>
                    <a:pt x="115150" y="1678343"/>
                  </a:lnTo>
                  <a:lnTo>
                    <a:pt x="121793" y="1665643"/>
                  </a:lnTo>
                  <a:lnTo>
                    <a:pt x="121704" y="1666913"/>
                  </a:lnTo>
                  <a:lnTo>
                    <a:pt x="122389" y="1665643"/>
                  </a:lnTo>
                  <a:lnTo>
                    <a:pt x="128651" y="1654213"/>
                  </a:lnTo>
                  <a:lnTo>
                    <a:pt x="135737" y="1642783"/>
                  </a:lnTo>
                  <a:lnTo>
                    <a:pt x="143040" y="1631353"/>
                  </a:lnTo>
                  <a:lnTo>
                    <a:pt x="150571" y="1619923"/>
                  </a:lnTo>
                  <a:lnTo>
                    <a:pt x="158305" y="1608493"/>
                  </a:lnTo>
                  <a:lnTo>
                    <a:pt x="158216" y="1609763"/>
                  </a:lnTo>
                  <a:lnTo>
                    <a:pt x="159092" y="1608493"/>
                  </a:lnTo>
                  <a:lnTo>
                    <a:pt x="166166" y="1598333"/>
                  </a:lnTo>
                  <a:lnTo>
                    <a:pt x="174332" y="1586903"/>
                  </a:lnTo>
                  <a:lnTo>
                    <a:pt x="182816" y="1576743"/>
                  </a:lnTo>
                  <a:lnTo>
                    <a:pt x="191401" y="1565313"/>
                  </a:lnTo>
                  <a:lnTo>
                    <a:pt x="218274" y="1534833"/>
                  </a:lnTo>
                  <a:lnTo>
                    <a:pt x="257060" y="1494193"/>
                  </a:lnTo>
                  <a:lnTo>
                    <a:pt x="267233" y="1485303"/>
                  </a:lnTo>
                  <a:lnTo>
                    <a:pt x="277698" y="1475079"/>
                  </a:lnTo>
                  <a:lnTo>
                    <a:pt x="288290" y="1466253"/>
                  </a:lnTo>
                  <a:lnTo>
                    <a:pt x="288163" y="1466253"/>
                  </a:lnTo>
                  <a:lnTo>
                    <a:pt x="298907" y="1457363"/>
                  </a:lnTo>
                  <a:lnTo>
                    <a:pt x="309968" y="1448473"/>
                  </a:lnTo>
                  <a:lnTo>
                    <a:pt x="309841" y="1448473"/>
                  </a:lnTo>
                  <a:lnTo>
                    <a:pt x="321081" y="1439583"/>
                  </a:lnTo>
                  <a:lnTo>
                    <a:pt x="320954" y="1439583"/>
                  </a:lnTo>
                  <a:lnTo>
                    <a:pt x="332244" y="1430693"/>
                  </a:lnTo>
                  <a:lnTo>
                    <a:pt x="343712" y="1423073"/>
                  </a:lnTo>
                  <a:lnTo>
                    <a:pt x="356171" y="1413675"/>
                  </a:lnTo>
                  <a:lnTo>
                    <a:pt x="367309" y="1406563"/>
                  </a:lnTo>
                  <a:lnTo>
                    <a:pt x="367169" y="1406563"/>
                  </a:lnTo>
                  <a:lnTo>
                    <a:pt x="378320" y="1399552"/>
                  </a:lnTo>
                  <a:lnTo>
                    <a:pt x="391452" y="1390065"/>
                  </a:lnTo>
                  <a:lnTo>
                    <a:pt x="391325" y="1391323"/>
                  </a:lnTo>
                  <a:lnTo>
                    <a:pt x="393509" y="1389989"/>
                  </a:lnTo>
                  <a:lnTo>
                    <a:pt x="403796" y="1383703"/>
                  </a:lnTo>
                  <a:lnTo>
                    <a:pt x="403656" y="1383703"/>
                  </a:lnTo>
                  <a:lnTo>
                    <a:pt x="416293" y="1376083"/>
                  </a:lnTo>
                  <a:lnTo>
                    <a:pt x="416153" y="1376083"/>
                  </a:lnTo>
                  <a:lnTo>
                    <a:pt x="428840" y="1368539"/>
                  </a:lnTo>
                  <a:lnTo>
                    <a:pt x="429691" y="1368031"/>
                  </a:lnTo>
                  <a:lnTo>
                    <a:pt x="440867" y="1362557"/>
                  </a:lnTo>
                  <a:lnTo>
                    <a:pt x="454761" y="1354493"/>
                  </a:lnTo>
                  <a:lnTo>
                    <a:pt x="454609" y="1355763"/>
                  </a:lnTo>
                  <a:lnTo>
                    <a:pt x="456819" y="1354493"/>
                  </a:lnTo>
                  <a:lnTo>
                    <a:pt x="468630" y="1347724"/>
                  </a:lnTo>
                  <a:lnTo>
                    <a:pt x="481799" y="1341513"/>
                  </a:lnTo>
                  <a:lnTo>
                    <a:pt x="493839" y="1337017"/>
                  </a:lnTo>
                  <a:lnTo>
                    <a:pt x="508241" y="1330363"/>
                  </a:lnTo>
                  <a:lnTo>
                    <a:pt x="508088" y="1330363"/>
                  </a:lnTo>
                  <a:lnTo>
                    <a:pt x="522554" y="1323759"/>
                  </a:lnTo>
                  <a:lnTo>
                    <a:pt x="536016" y="1318895"/>
                  </a:lnTo>
                  <a:lnTo>
                    <a:pt x="535863" y="1318895"/>
                  </a:lnTo>
                  <a:lnTo>
                    <a:pt x="550062" y="1313802"/>
                  </a:lnTo>
                  <a:lnTo>
                    <a:pt x="549910" y="1313802"/>
                  </a:lnTo>
                  <a:lnTo>
                    <a:pt x="564108" y="1308773"/>
                  </a:lnTo>
                  <a:lnTo>
                    <a:pt x="563956" y="1308773"/>
                  </a:lnTo>
                  <a:lnTo>
                    <a:pt x="578942" y="1303528"/>
                  </a:lnTo>
                  <a:lnTo>
                    <a:pt x="591756" y="1300187"/>
                  </a:lnTo>
                  <a:lnTo>
                    <a:pt x="593077" y="1299845"/>
                  </a:lnTo>
                  <a:lnTo>
                    <a:pt x="592886" y="1299845"/>
                  </a:lnTo>
                  <a:lnTo>
                    <a:pt x="609447" y="1294803"/>
                  </a:lnTo>
                  <a:lnTo>
                    <a:pt x="609269" y="1294803"/>
                  </a:lnTo>
                  <a:lnTo>
                    <a:pt x="626503" y="1289583"/>
                  </a:lnTo>
                  <a:lnTo>
                    <a:pt x="642658" y="1285913"/>
                  </a:lnTo>
                  <a:lnTo>
                    <a:pt x="642493" y="1285913"/>
                  </a:lnTo>
                  <a:lnTo>
                    <a:pt x="659345" y="1282103"/>
                  </a:lnTo>
                  <a:lnTo>
                    <a:pt x="659168" y="1282103"/>
                  </a:lnTo>
                  <a:lnTo>
                    <a:pt x="676059" y="1278293"/>
                  </a:lnTo>
                  <a:lnTo>
                    <a:pt x="675894" y="1278293"/>
                  </a:lnTo>
                  <a:lnTo>
                    <a:pt x="693166" y="1274406"/>
                  </a:lnTo>
                  <a:lnTo>
                    <a:pt x="709612" y="1271943"/>
                  </a:lnTo>
                  <a:lnTo>
                    <a:pt x="709434" y="1271943"/>
                  </a:lnTo>
                  <a:lnTo>
                    <a:pt x="726427" y="1269403"/>
                  </a:lnTo>
                  <a:lnTo>
                    <a:pt x="726249" y="1269403"/>
                  </a:lnTo>
                  <a:lnTo>
                    <a:pt x="743254" y="1266863"/>
                  </a:lnTo>
                  <a:lnTo>
                    <a:pt x="743089" y="1266863"/>
                  </a:lnTo>
                  <a:lnTo>
                    <a:pt x="760272" y="1264310"/>
                  </a:lnTo>
                  <a:lnTo>
                    <a:pt x="776973" y="1263053"/>
                  </a:lnTo>
                  <a:lnTo>
                    <a:pt x="793851" y="1261783"/>
                  </a:lnTo>
                  <a:lnTo>
                    <a:pt x="793673" y="1261783"/>
                  </a:lnTo>
                  <a:lnTo>
                    <a:pt x="810717" y="1260513"/>
                  </a:lnTo>
                  <a:lnTo>
                    <a:pt x="827582" y="1259243"/>
                  </a:lnTo>
                  <a:lnTo>
                    <a:pt x="844283" y="1259243"/>
                  </a:lnTo>
                  <a:lnTo>
                    <a:pt x="861288" y="1257973"/>
                  </a:lnTo>
                  <a:lnTo>
                    <a:pt x="861123" y="1259243"/>
                  </a:lnTo>
                  <a:lnTo>
                    <a:pt x="911529" y="1259243"/>
                  </a:lnTo>
                  <a:lnTo>
                    <a:pt x="961631" y="1263053"/>
                  </a:lnTo>
                  <a:lnTo>
                    <a:pt x="994956" y="1266863"/>
                  </a:lnTo>
                  <a:lnTo>
                    <a:pt x="994791" y="1266863"/>
                  </a:lnTo>
                  <a:lnTo>
                    <a:pt x="1011440" y="1269403"/>
                  </a:lnTo>
                  <a:lnTo>
                    <a:pt x="1011275" y="1269403"/>
                  </a:lnTo>
                  <a:lnTo>
                    <a:pt x="1027874" y="1271943"/>
                  </a:lnTo>
                  <a:lnTo>
                    <a:pt x="1027709" y="1271943"/>
                  </a:lnTo>
                  <a:lnTo>
                    <a:pt x="1043711" y="1274406"/>
                  </a:lnTo>
                  <a:lnTo>
                    <a:pt x="1060513" y="1278293"/>
                  </a:lnTo>
                  <a:lnTo>
                    <a:pt x="1060348" y="1278293"/>
                  </a:lnTo>
                  <a:lnTo>
                    <a:pt x="1076718" y="1282103"/>
                  </a:lnTo>
                  <a:lnTo>
                    <a:pt x="1076553" y="1280833"/>
                  </a:lnTo>
                  <a:lnTo>
                    <a:pt x="1092187" y="1284503"/>
                  </a:lnTo>
                  <a:lnTo>
                    <a:pt x="1108392" y="1289583"/>
                  </a:lnTo>
                  <a:lnTo>
                    <a:pt x="1108062" y="1289583"/>
                  </a:lnTo>
                  <a:lnTo>
                    <a:pt x="1124153" y="1293380"/>
                  </a:lnTo>
                  <a:lnTo>
                    <a:pt x="1140498" y="1298575"/>
                  </a:lnTo>
                  <a:lnTo>
                    <a:pt x="1140269" y="1298575"/>
                  </a:lnTo>
                  <a:lnTo>
                    <a:pt x="1155776" y="1302283"/>
                  </a:lnTo>
                  <a:lnTo>
                    <a:pt x="1171244" y="1307274"/>
                  </a:lnTo>
                  <a:lnTo>
                    <a:pt x="1188123" y="1314119"/>
                  </a:lnTo>
                  <a:lnTo>
                    <a:pt x="1202080" y="1318691"/>
                  </a:lnTo>
                  <a:lnTo>
                    <a:pt x="1218158" y="1325283"/>
                  </a:lnTo>
                  <a:lnTo>
                    <a:pt x="1217993" y="1325283"/>
                  </a:lnTo>
                  <a:lnTo>
                    <a:pt x="1233284" y="1331633"/>
                  </a:lnTo>
                  <a:lnTo>
                    <a:pt x="1233131" y="1331633"/>
                  </a:lnTo>
                  <a:lnTo>
                    <a:pt x="1248143" y="1337932"/>
                  </a:lnTo>
                  <a:lnTo>
                    <a:pt x="1262189" y="1343952"/>
                  </a:lnTo>
                  <a:lnTo>
                    <a:pt x="1277848" y="1351953"/>
                  </a:lnTo>
                  <a:lnTo>
                    <a:pt x="1277696" y="1350683"/>
                  </a:lnTo>
                  <a:lnTo>
                    <a:pt x="1292415" y="1358303"/>
                  </a:lnTo>
                  <a:lnTo>
                    <a:pt x="1292250" y="1358303"/>
                  </a:lnTo>
                  <a:lnTo>
                    <a:pt x="1306817" y="1365923"/>
                  </a:lnTo>
                  <a:lnTo>
                    <a:pt x="1306664" y="1365923"/>
                  </a:lnTo>
                  <a:lnTo>
                    <a:pt x="1320939" y="1373492"/>
                  </a:lnTo>
                  <a:lnTo>
                    <a:pt x="1323314" y="1374813"/>
                  </a:lnTo>
                  <a:lnTo>
                    <a:pt x="1334236" y="1380705"/>
                  </a:lnTo>
                  <a:lnTo>
                    <a:pt x="1335087" y="1381239"/>
                  </a:lnTo>
                  <a:lnTo>
                    <a:pt x="1338986" y="1383703"/>
                  </a:lnTo>
                  <a:lnTo>
                    <a:pt x="1362786" y="1398943"/>
                  </a:lnTo>
                  <a:lnTo>
                    <a:pt x="1362633" y="1398943"/>
                  </a:lnTo>
                  <a:lnTo>
                    <a:pt x="1376349" y="1407833"/>
                  </a:lnTo>
                  <a:lnTo>
                    <a:pt x="1376197" y="1406563"/>
                  </a:lnTo>
                  <a:lnTo>
                    <a:pt x="1389608" y="1416659"/>
                  </a:lnTo>
                  <a:lnTo>
                    <a:pt x="1389659" y="1416799"/>
                  </a:lnTo>
                  <a:lnTo>
                    <a:pt x="1390891" y="1417624"/>
                  </a:lnTo>
                  <a:lnTo>
                    <a:pt x="1397114" y="1421815"/>
                  </a:lnTo>
                  <a:lnTo>
                    <a:pt x="1399070" y="1423073"/>
                  </a:lnTo>
                  <a:lnTo>
                    <a:pt x="1402778" y="1425549"/>
                  </a:lnTo>
                  <a:lnTo>
                    <a:pt x="1402842" y="1425689"/>
                  </a:lnTo>
                  <a:lnTo>
                    <a:pt x="1414881" y="1433855"/>
                  </a:lnTo>
                  <a:lnTo>
                    <a:pt x="1415821" y="1434579"/>
                  </a:lnTo>
                  <a:lnTo>
                    <a:pt x="1418310" y="1436535"/>
                  </a:lnTo>
                  <a:lnTo>
                    <a:pt x="1422844" y="1440154"/>
                  </a:lnTo>
                  <a:lnTo>
                    <a:pt x="1425422" y="1442123"/>
                  </a:lnTo>
                  <a:lnTo>
                    <a:pt x="1428559" y="1444599"/>
                  </a:lnTo>
                  <a:lnTo>
                    <a:pt x="1428597" y="1444739"/>
                  </a:lnTo>
                  <a:lnTo>
                    <a:pt x="1432255" y="1447660"/>
                  </a:lnTo>
                  <a:lnTo>
                    <a:pt x="1435912" y="1450632"/>
                  </a:lnTo>
                  <a:lnTo>
                    <a:pt x="1438059" y="1452283"/>
                  </a:lnTo>
                  <a:lnTo>
                    <a:pt x="1441145" y="1454759"/>
                  </a:lnTo>
                  <a:lnTo>
                    <a:pt x="1441183" y="1454899"/>
                  </a:lnTo>
                  <a:lnTo>
                    <a:pt x="1444764" y="1457820"/>
                  </a:lnTo>
                  <a:lnTo>
                    <a:pt x="1448511" y="1460906"/>
                  </a:lnTo>
                  <a:lnTo>
                    <a:pt x="1448917" y="1461173"/>
                  </a:lnTo>
                  <a:lnTo>
                    <a:pt x="1453515" y="1464919"/>
                  </a:lnTo>
                  <a:lnTo>
                    <a:pt x="1453553" y="1465059"/>
                  </a:lnTo>
                  <a:lnTo>
                    <a:pt x="1455039" y="1466253"/>
                  </a:lnTo>
                  <a:lnTo>
                    <a:pt x="1464640" y="1474228"/>
                  </a:lnTo>
                  <a:lnTo>
                    <a:pt x="1477619" y="1486509"/>
                  </a:lnTo>
                  <a:lnTo>
                    <a:pt x="1477632" y="1486649"/>
                  </a:lnTo>
                  <a:lnTo>
                    <a:pt x="1479042" y="1487855"/>
                  </a:lnTo>
                  <a:lnTo>
                    <a:pt x="1479245" y="1488046"/>
                  </a:lnTo>
                  <a:lnTo>
                    <a:pt x="1488313" y="1495806"/>
                  </a:lnTo>
                  <a:lnTo>
                    <a:pt x="1489329" y="1496809"/>
                  </a:lnTo>
                  <a:lnTo>
                    <a:pt x="1494155" y="1501546"/>
                  </a:lnTo>
                  <a:lnTo>
                    <a:pt x="1496949" y="1504353"/>
                  </a:lnTo>
                  <a:lnTo>
                    <a:pt x="1499590" y="1506893"/>
                  </a:lnTo>
                  <a:lnTo>
                    <a:pt x="1500809" y="1508099"/>
                  </a:lnTo>
                  <a:lnTo>
                    <a:pt x="1499476" y="1506893"/>
                  </a:lnTo>
                  <a:lnTo>
                    <a:pt x="1500809" y="1508239"/>
                  </a:lnTo>
                  <a:lnTo>
                    <a:pt x="1512125" y="1519593"/>
                  </a:lnTo>
                  <a:lnTo>
                    <a:pt x="1521866" y="1529740"/>
                  </a:lnTo>
                  <a:lnTo>
                    <a:pt x="1533893" y="1543723"/>
                  </a:lnTo>
                  <a:lnTo>
                    <a:pt x="1533766" y="1542453"/>
                  </a:lnTo>
                  <a:lnTo>
                    <a:pt x="1538554" y="1548168"/>
                  </a:lnTo>
                  <a:lnTo>
                    <a:pt x="1543227" y="1553883"/>
                  </a:lnTo>
                  <a:lnTo>
                    <a:pt x="1554657" y="1567853"/>
                  </a:lnTo>
                  <a:lnTo>
                    <a:pt x="1556042" y="1566646"/>
                  </a:lnTo>
                  <a:lnTo>
                    <a:pt x="1566138" y="1591614"/>
                  </a:lnTo>
                  <a:lnTo>
                    <a:pt x="1576819" y="1617014"/>
                  </a:lnTo>
                  <a:lnTo>
                    <a:pt x="1594446" y="1604314"/>
                  </a:lnTo>
                  <a:lnTo>
                    <a:pt x="1583791" y="1578914"/>
                  </a:lnTo>
                  <a:lnTo>
                    <a:pt x="1573631" y="1553514"/>
                  </a:lnTo>
                  <a:lnTo>
                    <a:pt x="1554645" y="1502714"/>
                  </a:lnTo>
                  <a:lnTo>
                    <a:pt x="1537423" y="1451914"/>
                  </a:lnTo>
                  <a:lnTo>
                    <a:pt x="1521955" y="1401114"/>
                  </a:lnTo>
                  <a:lnTo>
                    <a:pt x="1508239" y="1350314"/>
                  </a:lnTo>
                  <a:lnTo>
                    <a:pt x="1496275" y="1299514"/>
                  </a:lnTo>
                  <a:lnTo>
                    <a:pt x="1486039" y="1248714"/>
                  </a:lnTo>
                  <a:lnTo>
                    <a:pt x="1477543" y="1197914"/>
                  </a:lnTo>
                  <a:lnTo>
                    <a:pt x="1470761" y="1147114"/>
                  </a:lnTo>
                  <a:lnTo>
                    <a:pt x="1465694" y="1096314"/>
                  </a:lnTo>
                  <a:lnTo>
                    <a:pt x="1462341" y="1045514"/>
                  </a:lnTo>
                  <a:lnTo>
                    <a:pt x="1460690" y="994714"/>
                  </a:lnTo>
                  <a:lnTo>
                    <a:pt x="1460487" y="969314"/>
                  </a:lnTo>
                  <a:lnTo>
                    <a:pt x="1460715" y="956614"/>
                  </a:lnTo>
                  <a:lnTo>
                    <a:pt x="1462443" y="905814"/>
                  </a:lnTo>
                  <a:lnTo>
                    <a:pt x="1465846" y="855014"/>
                  </a:lnTo>
                  <a:lnTo>
                    <a:pt x="1470914" y="804214"/>
                  </a:lnTo>
                  <a:lnTo>
                    <a:pt x="1474063" y="791514"/>
                  </a:lnTo>
                  <a:lnTo>
                    <a:pt x="1477645" y="766114"/>
                  </a:lnTo>
                  <a:lnTo>
                    <a:pt x="1481632" y="740714"/>
                  </a:lnTo>
                  <a:lnTo>
                    <a:pt x="1486027" y="715314"/>
                  </a:lnTo>
                  <a:lnTo>
                    <a:pt x="1490840" y="702614"/>
                  </a:lnTo>
                  <a:lnTo>
                    <a:pt x="1496060" y="677214"/>
                  </a:lnTo>
                  <a:lnTo>
                    <a:pt x="1501698" y="651814"/>
                  </a:lnTo>
                  <a:lnTo>
                    <a:pt x="1507731" y="639114"/>
                  </a:lnTo>
                  <a:lnTo>
                    <a:pt x="1514182" y="613714"/>
                  </a:lnTo>
                  <a:lnTo>
                    <a:pt x="1521040" y="588314"/>
                  </a:lnTo>
                  <a:lnTo>
                    <a:pt x="1528292" y="575614"/>
                  </a:lnTo>
                  <a:lnTo>
                    <a:pt x="1535963" y="550214"/>
                  </a:lnTo>
                  <a:lnTo>
                    <a:pt x="1544027" y="537514"/>
                  </a:lnTo>
                  <a:lnTo>
                    <a:pt x="1552498" y="512114"/>
                  </a:lnTo>
                  <a:lnTo>
                    <a:pt x="1561363" y="486714"/>
                  </a:lnTo>
                  <a:lnTo>
                    <a:pt x="1570647" y="474014"/>
                  </a:lnTo>
                  <a:lnTo>
                    <a:pt x="1580311" y="461314"/>
                  </a:lnTo>
                  <a:lnTo>
                    <a:pt x="1590382" y="435914"/>
                  </a:lnTo>
                  <a:lnTo>
                    <a:pt x="1600847" y="423214"/>
                  </a:lnTo>
                  <a:lnTo>
                    <a:pt x="1611833" y="397548"/>
                  </a:lnTo>
                  <a:lnTo>
                    <a:pt x="1622971" y="385114"/>
                  </a:lnTo>
                  <a:lnTo>
                    <a:pt x="1634337" y="372732"/>
                  </a:lnTo>
                  <a:lnTo>
                    <a:pt x="1646821" y="346722"/>
                  </a:lnTo>
                  <a:lnTo>
                    <a:pt x="1659191" y="334251"/>
                  </a:lnTo>
                  <a:lnTo>
                    <a:pt x="1664157" y="329234"/>
                  </a:lnTo>
                  <a:lnTo>
                    <a:pt x="1668805" y="324561"/>
                  </a:lnTo>
                  <a:lnTo>
                    <a:pt x="1671637" y="321919"/>
                  </a:lnTo>
                  <a:lnTo>
                    <a:pt x="1672018" y="321564"/>
                  </a:lnTo>
                  <a:lnTo>
                    <a:pt x="1671828" y="321564"/>
                  </a:lnTo>
                  <a:lnTo>
                    <a:pt x="1685175" y="296214"/>
                  </a:lnTo>
                  <a:lnTo>
                    <a:pt x="1685328" y="295922"/>
                  </a:lnTo>
                  <a:lnTo>
                    <a:pt x="1698866" y="283438"/>
                  </a:lnTo>
                  <a:lnTo>
                    <a:pt x="1704568" y="278193"/>
                  </a:lnTo>
                  <a:lnTo>
                    <a:pt x="1709127" y="273989"/>
                  </a:lnTo>
                  <a:lnTo>
                    <a:pt x="1712709" y="270738"/>
                  </a:lnTo>
                  <a:lnTo>
                    <a:pt x="1712887" y="270738"/>
                  </a:lnTo>
                  <a:lnTo>
                    <a:pt x="1718995" y="265264"/>
                  </a:lnTo>
                  <a:lnTo>
                    <a:pt x="1724240" y="260565"/>
                  </a:lnTo>
                  <a:lnTo>
                    <a:pt x="1727111" y="258025"/>
                  </a:lnTo>
                  <a:lnTo>
                    <a:pt x="1727301" y="258025"/>
                  </a:lnTo>
                  <a:lnTo>
                    <a:pt x="1734477" y="251777"/>
                  </a:lnTo>
                  <a:lnTo>
                    <a:pt x="1741449" y="245706"/>
                  </a:lnTo>
                  <a:lnTo>
                    <a:pt x="1741906" y="245325"/>
                  </a:lnTo>
                  <a:lnTo>
                    <a:pt x="1742071" y="245325"/>
                  </a:lnTo>
                  <a:lnTo>
                    <a:pt x="1748980" y="239471"/>
                  </a:lnTo>
                  <a:lnTo>
                    <a:pt x="1757057" y="232625"/>
                  </a:lnTo>
                  <a:lnTo>
                    <a:pt x="1760004" y="230276"/>
                  </a:lnTo>
                  <a:lnTo>
                    <a:pt x="1757108" y="232625"/>
                  </a:lnTo>
                  <a:lnTo>
                    <a:pt x="1757260" y="232625"/>
                  </a:lnTo>
                  <a:lnTo>
                    <a:pt x="1762683" y="228130"/>
                  </a:lnTo>
                  <a:lnTo>
                    <a:pt x="1765160" y="226161"/>
                  </a:lnTo>
                  <a:lnTo>
                    <a:pt x="1772031" y="220560"/>
                  </a:lnTo>
                  <a:lnTo>
                    <a:pt x="1784108" y="207314"/>
                  </a:lnTo>
                  <a:lnTo>
                    <a:pt x="1783969" y="207314"/>
                  </a:lnTo>
                  <a:lnTo>
                    <a:pt x="1795653" y="194614"/>
                  </a:lnTo>
                  <a:lnTo>
                    <a:pt x="1807133" y="194614"/>
                  </a:lnTo>
                  <a:lnTo>
                    <a:pt x="1818995" y="181914"/>
                  </a:lnTo>
                  <a:lnTo>
                    <a:pt x="1818843" y="181914"/>
                  </a:lnTo>
                  <a:lnTo>
                    <a:pt x="1830781" y="169214"/>
                  </a:lnTo>
                  <a:lnTo>
                    <a:pt x="1842490" y="169214"/>
                  </a:lnTo>
                  <a:lnTo>
                    <a:pt x="1854542" y="156514"/>
                  </a:lnTo>
                  <a:lnTo>
                    <a:pt x="1854415" y="156514"/>
                  </a:lnTo>
                  <a:lnTo>
                    <a:pt x="1866544" y="143814"/>
                  </a:lnTo>
                  <a:lnTo>
                    <a:pt x="1866379" y="156514"/>
                  </a:lnTo>
                  <a:lnTo>
                    <a:pt x="1878584" y="143814"/>
                  </a:lnTo>
                  <a:lnTo>
                    <a:pt x="1878431" y="143814"/>
                  </a:lnTo>
                  <a:lnTo>
                    <a:pt x="1890674" y="131114"/>
                  </a:lnTo>
                  <a:lnTo>
                    <a:pt x="1902650" y="131114"/>
                  </a:lnTo>
                  <a:lnTo>
                    <a:pt x="1914956" y="118414"/>
                  </a:lnTo>
                  <a:lnTo>
                    <a:pt x="1927009" y="118414"/>
                  </a:lnTo>
                  <a:lnTo>
                    <a:pt x="1939378" y="105714"/>
                  </a:lnTo>
                  <a:lnTo>
                    <a:pt x="1963737" y="105714"/>
                  </a:lnTo>
                  <a:lnTo>
                    <a:pt x="1976132" y="93014"/>
                  </a:lnTo>
                  <a:lnTo>
                    <a:pt x="1988261" y="93014"/>
                  </a:lnTo>
                  <a:lnTo>
                    <a:pt x="2000516" y="80314"/>
                  </a:lnTo>
                  <a:lnTo>
                    <a:pt x="2024989" y="80314"/>
                  </a:lnTo>
                  <a:lnTo>
                    <a:pt x="2037207" y="67614"/>
                  </a:lnTo>
                  <a:lnTo>
                    <a:pt x="2073643" y="67614"/>
                  </a:lnTo>
                  <a:lnTo>
                    <a:pt x="2085695" y="54914"/>
                  </a:lnTo>
                  <a:lnTo>
                    <a:pt x="2121547" y="54914"/>
                  </a:lnTo>
                  <a:lnTo>
                    <a:pt x="2125764" y="50419"/>
                  </a:lnTo>
                  <a:lnTo>
                    <a:pt x="2131085" y="88811"/>
                  </a:lnTo>
                  <a:lnTo>
                    <a:pt x="2290686" y="21348"/>
                  </a:lnTo>
                  <a:close/>
                </a:path>
              </a:pathLst>
            </a:custGeom>
            <a:solidFill>
              <a:srgbClr val="062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681228" y="5385816"/>
              <a:ext cx="1074420" cy="1173480"/>
            </a:xfrm>
            <a:custGeom>
              <a:avLst/>
              <a:gdLst/>
              <a:ahLst/>
              <a:cxnLst/>
              <a:rect l="l" t="t" r="r" b="b"/>
              <a:pathLst>
                <a:path w="1074420" h="1173479">
                  <a:moveTo>
                    <a:pt x="1074420" y="1088136"/>
                  </a:moveTo>
                  <a:lnTo>
                    <a:pt x="0" y="1088136"/>
                  </a:lnTo>
                  <a:lnTo>
                    <a:pt x="0" y="1173480"/>
                  </a:lnTo>
                  <a:lnTo>
                    <a:pt x="1074420" y="1173480"/>
                  </a:lnTo>
                  <a:lnTo>
                    <a:pt x="1074420" y="1088136"/>
                  </a:lnTo>
                  <a:close/>
                </a:path>
                <a:path w="1074420" h="1173479">
                  <a:moveTo>
                    <a:pt x="107442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1074420" y="64008"/>
                  </a:lnTo>
                  <a:lnTo>
                    <a:pt x="1074420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681202" y="5380647"/>
            <a:ext cx="68389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spc="-25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50</a:t>
            </a:r>
            <a:endParaRPr sz="42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60577" y="5991859"/>
            <a:ext cx="2002155" cy="49720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>
              <a:lnSpc>
                <a:spcPts val="1800"/>
              </a:lnSpc>
              <a:spcBef>
                <a:spcPts val="255"/>
              </a:spcBef>
            </a:pPr>
            <a:r>
              <a:rPr sz="16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Países</a:t>
            </a:r>
            <a:r>
              <a:rPr sz="1600" spc="-10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para</a:t>
            </a:r>
            <a:r>
              <a:rPr sz="1600" spc="-1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cubrir</a:t>
            </a:r>
            <a:r>
              <a:rPr sz="1600" spc="-10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spc="-2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en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3</a:t>
            </a:r>
            <a:r>
              <a:rPr sz="1600" spc="-2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spc="-2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años</a:t>
            </a:r>
            <a:endParaRPr sz="16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10785" y="5145963"/>
            <a:ext cx="277495" cy="351790"/>
          </a:xfrm>
          <a:custGeom>
            <a:avLst/>
            <a:gdLst/>
            <a:ahLst/>
            <a:cxnLst/>
            <a:rect l="l" t="t" r="r" b="b"/>
            <a:pathLst>
              <a:path w="277495" h="351789">
                <a:moveTo>
                  <a:pt x="200984" y="189153"/>
                </a:moveTo>
                <a:lnTo>
                  <a:pt x="200241" y="189153"/>
                </a:lnTo>
                <a:lnTo>
                  <a:pt x="192887" y="185635"/>
                </a:lnTo>
                <a:lnTo>
                  <a:pt x="191363" y="183032"/>
                </a:lnTo>
                <a:lnTo>
                  <a:pt x="192721" y="176291"/>
                </a:lnTo>
                <a:lnTo>
                  <a:pt x="197765" y="165784"/>
                </a:lnTo>
                <a:lnTo>
                  <a:pt x="201259" y="154484"/>
                </a:lnTo>
                <a:lnTo>
                  <a:pt x="197967" y="145364"/>
                </a:lnTo>
                <a:lnTo>
                  <a:pt x="187417" y="138317"/>
                </a:lnTo>
                <a:lnTo>
                  <a:pt x="175664" y="131260"/>
                </a:lnTo>
                <a:lnTo>
                  <a:pt x="167433" y="124204"/>
                </a:lnTo>
                <a:lnTo>
                  <a:pt x="167449" y="117157"/>
                </a:lnTo>
                <a:lnTo>
                  <a:pt x="173603" y="111882"/>
                </a:lnTo>
                <a:lnTo>
                  <a:pt x="179725" y="108391"/>
                </a:lnTo>
                <a:lnTo>
                  <a:pt x="184420" y="103923"/>
                </a:lnTo>
                <a:lnTo>
                  <a:pt x="186295" y="95719"/>
                </a:lnTo>
                <a:lnTo>
                  <a:pt x="187525" y="85813"/>
                </a:lnTo>
                <a:lnTo>
                  <a:pt x="187622" y="85027"/>
                </a:lnTo>
                <a:lnTo>
                  <a:pt x="187706" y="84347"/>
                </a:lnTo>
                <a:lnTo>
                  <a:pt x="190355" y="73474"/>
                </a:lnTo>
                <a:lnTo>
                  <a:pt x="191862" y="64960"/>
                </a:lnTo>
                <a:lnTo>
                  <a:pt x="189851" y="60667"/>
                </a:lnTo>
                <a:lnTo>
                  <a:pt x="183692" y="58572"/>
                </a:lnTo>
                <a:lnTo>
                  <a:pt x="175564" y="46520"/>
                </a:lnTo>
                <a:lnTo>
                  <a:pt x="176580" y="37147"/>
                </a:lnTo>
                <a:lnTo>
                  <a:pt x="165353" y="31343"/>
                </a:lnTo>
                <a:lnTo>
                  <a:pt x="160273" y="25082"/>
                </a:lnTo>
                <a:lnTo>
                  <a:pt x="155592" y="18500"/>
                </a:lnTo>
                <a:lnTo>
                  <a:pt x="151007" y="10174"/>
                </a:lnTo>
                <a:lnTo>
                  <a:pt x="149277" y="3031"/>
                </a:lnTo>
                <a:lnTo>
                  <a:pt x="153161" y="0"/>
                </a:lnTo>
                <a:lnTo>
                  <a:pt x="161900" y="1663"/>
                </a:lnTo>
                <a:lnTo>
                  <a:pt x="171221" y="6223"/>
                </a:lnTo>
                <a:lnTo>
                  <a:pt x="178636" y="13030"/>
                </a:lnTo>
                <a:lnTo>
                  <a:pt x="181660" y="21437"/>
                </a:lnTo>
                <a:lnTo>
                  <a:pt x="181660" y="33426"/>
                </a:lnTo>
                <a:lnTo>
                  <a:pt x="190283" y="33426"/>
                </a:lnTo>
                <a:lnTo>
                  <a:pt x="190283" y="53301"/>
                </a:lnTo>
                <a:lnTo>
                  <a:pt x="194855" y="59029"/>
                </a:lnTo>
                <a:lnTo>
                  <a:pt x="202983" y="59029"/>
                </a:lnTo>
                <a:lnTo>
                  <a:pt x="205015" y="67894"/>
                </a:lnTo>
                <a:lnTo>
                  <a:pt x="218719" y="67894"/>
                </a:lnTo>
                <a:lnTo>
                  <a:pt x="218719" y="77342"/>
                </a:lnTo>
                <a:lnTo>
                  <a:pt x="223862" y="83604"/>
                </a:lnTo>
                <a:lnTo>
                  <a:pt x="232485" y="83604"/>
                </a:lnTo>
                <a:lnTo>
                  <a:pt x="238986" y="85027"/>
                </a:lnTo>
                <a:lnTo>
                  <a:pt x="245211" y="87574"/>
                </a:lnTo>
                <a:lnTo>
                  <a:pt x="250673" y="88656"/>
                </a:lnTo>
                <a:lnTo>
                  <a:pt x="276487" y="88656"/>
                </a:lnTo>
                <a:lnTo>
                  <a:pt x="275522" y="92685"/>
                </a:lnTo>
                <a:lnTo>
                  <a:pt x="274775" y="99360"/>
                </a:lnTo>
                <a:lnTo>
                  <a:pt x="273457" y="103923"/>
                </a:lnTo>
                <a:lnTo>
                  <a:pt x="269798" y="105689"/>
                </a:lnTo>
                <a:lnTo>
                  <a:pt x="262635" y="105689"/>
                </a:lnTo>
                <a:lnTo>
                  <a:pt x="265571" y="119303"/>
                </a:lnTo>
                <a:lnTo>
                  <a:pt x="248868" y="119303"/>
                </a:lnTo>
                <a:lnTo>
                  <a:pt x="244804" y="125044"/>
                </a:lnTo>
                <a:lnTo>
                  <a:pt x="243122" y="130271"/>
                </a:lnTo>
                <a:lnTo>
                  <a:pt x="242772" y="136734"/>
                </a:lnTo>
                <a:lnTo>
                  <a:pt x="241661" y="143492"/>
                </a:lnTo>
                <a:lnTo>
                  <a:pt x="237692" y="149605"/>
                </a:lnTo>
                <a:lnTo>
                  <a:pt x="231930" y="157953"/>
                </a:lnTo>
                <a:lnTo>
                  <a:pt x="226392" y="169256"/>
                </a:lnTo>
                <a:lnTo>
                  <a:pt x="226300" y="169443"/>
                </a:lnTo>
                <a:lnTo>
                  <a:pt x="220004" y="180152"/>
                </a:lnTo>
                <a:lnTo>
                  <a:pt x="212242" y="186156"/>
                </a:lnTo>
                <a:lnTo>
                  <a:pt x="200984" y="189153"/>
                </a:lnTo>
                <a:close/>
              </a:path>
              <a:path w="277495" h="351789">
                <a:moveTo>
                  <a:pt x="190283" y="33426"/>
                </a:moveTo>
                <a:lnTo>
                  <a:pt x="181660" y="33426"/>
                </a:lnTo>
                <a:lnTo>
                  <a:pt x="190283" y="32448"/>
                </a:lnTo>
                <a:lnTo>
                  <a:pt x="190283" y="33426"/>
                </a:lnTo>
                <a:close/>
              </a:path>
              <a:path w="277495" h="351789">
                <a:moveTo>
                  <a:pt x="218719" y="67894"/>
                </a:moveTo>
                <a:lnTo>
                  <a:pt x="205015" y="67894"/>
                </a:lnTo>
                <a:lnTo>
                  <a:pt x="208063" y="63728"/>
                </a:lnTo>
                <a:lnTo>
                  <a:pt x="208188" y="61582"/>
                </a:lnTo>
                <a:lnTo>
                  <a:pt x="208280" y="59993"/>
                </a:lnTo>
                <a:lnTo>
                  <a:pt x="206407" y="55810"/>
                </a:lnTo>
                <a:lnTo>
                  <a:pt x="205490" y="52312"/>
                </a:lnTo>
                <a:lnTo>
                  <a:pt x="208571" y="50634"/>
                </a:lnTo>
                <a:lnTo>
                  <a:pt x="216687" y="50114"/>
                </a:lnTo>
                <a:lnTo>
                  <a:pt x="218719" y="61582"/>
                </a:lnTo>
                <a:lnTo>
                  <a:pt x="218719" y="67894"/>
                </a:lnTo>
                <a:close/>
              </a:path>
              <a:path w="277495" h="351789">
                <a:moveTo>
                  <a:pt x="277168" y="85813"/>
                </a:moveTo>
                <a:lnTo>
                  <a:pt x="255015" y="85813"/>
                </a:lnTo>
                <a:lnTo>
                  <a:pt x="261016" y="80811"/>
                </a:lnTo>
                <a:lnTo>
                  <a:pt x="269455" y="78254"/>
                </a:lnTo>
                <a:lnTo>
                  <a:pt x="276275" y="79216"/>
                </a:lnTo>
                <a:lnTo>
                  <a:pt x="277330" y="84347"/>
                </a:lnTo>
                <a:lnTo>
                  <a:pt x="277357" y="85027"/>
                </a:lnTo>
                <a:lnTo>
                  <a:pt x="277199" y="85686"/>
                </a:lnTo>
                <a:lnTo>
                  <a:pt x="277168" y="85813"/>
                </a:lnTo>
                <a:close/>
              </a:path>
              <a:path w="277495" h="351789">
                <a:moveTo>
                  <a:pt x="276487" y="88656"/>
                </a:moveTo>
                <a:lnTo>
                  <a:pt x="250673" y="88656"/>
                </a:lnTo>
                <a:lnTo>
                  <a:pt x="254888" y="85686"/>
                </a:lnTo>
                <a:lnTo>
                  <a:pt x="255015" y="85813"/>
                </a:lnTo>
                <a:lnTo>
                  <a:pt x="277168" y="85813"/>
                </a:lnTo>
                <a:lnTo>
                  <a:pt x="276487" y="88656"/>
                </a:lnTo>
                <a:close/>
              </a:path>
              <a:path w="277495" h="351789">
                <a:moveTo>
                  <a:pt x="265683" y="119824"/>
                </a:moveTo>
                <a:lnTo>
                  <a:pt x="254507" y="119824"/>
                </a:lnTo>
                <a:lnTo>
                  <a:pt x="248868" y="119303"/>
                </a:lnTo>
                <a:lnTo>
                  <a:pt x="265571" y="119303"/>
                </a:lnTo>
                <a:lnTo>
                  <a:pt x="265683" y="119824"/>
                </a:lnTo>
                <a:close/>
              </a:path>
              <a:path w="277495" h="351789">
                <a:moveTo>
                  <a:pt x="174633" y="175539"/>
                </a:moveTo>
                <a:lnTo>
                  <a:pt x="153542" y="175539"/>
                </a:lnTo>
                <a:lnTo>
                  <a:pt x="161226" y="171881"/>
                </a:lnTo>
                <a:lnTo>
                  <a:pt x="164677" y="164805"/>
                </a:lnTo>
                <a:lnTo>
                  <a:pt x="164782" y="164591"/>
                </a:lnTo>
                <a:lnTo>
                  <a:pt x="171840" y="169768"/>
                </a:lnTo>
                <a:lnTo>
                  <a:pt x="172991" y="171307"/>
                </a:lnTo>
                <a:lnTo>
                  <a:pt x="174778" y="173778"/>
                </a:lnTo>
                <a:lnTo>
                  <a:pt x="174718" y="174501"/>
                </a:lnTo>
                <a:lnTo>
                  <a:pt x="174633" y="175539"/>
                </a:lnTo>
                <a:close/>
              </a:path>
              <a:path w="277495" h="351789">
                <a:moveTo>
                  <a:pt x="29870" y="332295"/>
                </a:moveTo>
                <a:lnTo>
                  <a:pt x="23266" y="325526"/>
                </a:lnTo>
                <a:lnTo>
                  <a:pt x="18001" y="322402"/>
                </a:lnTo>
                <a:lnTo>
                  <a:pt x="17791" y="322402"/>
                </a:lnTo>
                <a:lnTo>
                  <a:pt x="12636" y="321614"/>
                </a:lnTo>
                <a:lnTo>
                  <a:pt x="7292" y="320393"/>
                </a:lnTo>
                <a:lnTo>
                  <a:pt x="2387" y="316141"/>
                </a:lnTo>
                <a:lnTo>
                  <a:pt x="0" y="308554"/>
                </a:lnTo>
                <a:lnTo>
                  <a:pt x="2339" y="302234"/>
                </a:lnTo>
                <a:lnTo>
                  <a:pt x="6226" y="296467"/>
                </a:lnTo>
                <a:lnTo>
                  <a:pt x="8410" y="290729"/>
                </a:lnTo>
                <a:lnTo>
                  <a:pt x="8483" y="290537"/>
                </a:lnTo>
                <a:lnTo>
                  <a:pt x="12201" y="284314"/>
                </a:lnTo>
                <a:lnTo>
                  <a:pt x="12300" y="284148"/>
                </a:lnTo>
                <a:lnTo>
                  <a:pt x="20699" y="277404"/>
                </a:lnTo>
                <a:lnTo>
                  <a:pt x="30237" y="270172"/>
                </a:lnTo>
                <a:lnTo>
                  <a:pt x="37477" y="262318"/>
                </a:lnTo>
                <a:lnTo>
                  <a:pt x="47516" y="254507"/>
                </a:lnTo>
                <a:lnTo>
                  <a:pt x="48460" y="253796"/>
                </a:lnTo>
                <a:lnTo>
                  <a:pt x="66792" y="244401"/>
                </a:lnTo>
                <a:lnTo>
                  <a:pt x="86340" y="233204"/>
                </a:lnTo>
                <a:lnTo>
                  <a:pt x="100621" y="219455"/>
                </a:lnTo>
                <a:lnTo>
                  <a:pt x="107447" y="207027"/>
                </a:lnTo>
                <a:lnTo>
                  <a:pt x="110830" y="198869"/>
                </a:lnTo>
                <a:lnTo>
                  <a:pt x="113821" y="192777"/>
                </a:lnTo>
                <a:lnTo>
                  <a:pt x="119468" y="186550"/>
                </a:lnTo>
                <a:lnTo>
                  <a:pt x="124437" y="180475"/>
                </a:lnTo>
                <a:lnTo>
                  <a:pt x="125691" y="175737"/>
                </a:lnTo>
                <a:lnTo>
                  <a:pt x="126755" y="171307"/>
                </a:lnTo>
                <a:lnTo>
                  <a:pt x="131152" y="166154"/>
                </a:lnTo>
                <a:lnTo>
                  <a:pt x="137674" y="164805"/>
                </a:lnTo>
                <a:lnTo>
                  <a:pt x="143133" y="169256"/>
                </a:lnTo>
                <a:lnTo>
                  <a:pt x="148199" y="174501"/>
                </a:lnTo>
                <a:lnTo>
                  <a:pt x="153542" y="175539"/>
                </a:lnTo>
                <a:lnTo>
                  <a:pt x="174633" y="175539"/>
                </a:lnTo>
                <a:lnTo>
                  <a:pt x="174421" y="178109"/>
                </a:lnTo>
                <a:lnTo>
                  <a:pt x="173603" y="183032"/>
                </a:lnTo>
                <a:lnTo>
                  <a:pt x="174173" y="185635"/>
                </a:lnTo>
                <a:lnTo>
                  <a:pt x="174992" y="189153"/>
                </a:lnTo>
                <a:lnTo>
                  <a:pt x="174135" y="196086"/>
                </a:lnTo>
                <a:lnTo>
                  <a:pt x="167792" y="203560"/>
                </a:lnTo>
                <a:lnTo>
                  <a:pt x="160591" y="211536"/>
                </a:lnTo>
                <a:lnTo>
                  <a:pt x="157162" y="219976"/>
                </a:lnTo>
                <a:lnTo>
                  <a:pt x="154630" y="227016"/>
                </a:lnTo>
                <a:lnTo>
                  <a:pt x="149135" y="231930"/>
                </a:lnTo>
                <a:lnTo>
                  <a:pt x="143831" y="236353"/>
                </a:lnTo>
                <a:lnTo>
                  <a:pt x="141871" y="241922"/>
                </a:lnTo>
                <a:lnTo>
                  <a:pt x="143688" y="247655"/>
                </a:lnTo>
                <a:lnTo>
                  <a:pt x="145319" y="251563"/>
                </a:lnTo>
                <a:lnTo>
                  <a:pt x="143321" y="253796"/>
                </a:lnTo>
                <a:lnTo>
                  <a:pt x="108813" y="270662"/>
                </a:lnTo>
                <a:lnTo>
                  <a:pt x="103923" y="284314"/>
                </a:lnTo>
                <a:lnTo>
                  <a:pt x="101251" y="290537"/>
                </a:lnTo>
                <a:lnTo>
                  <a:pt x="101169" y="290729"/>
                </a:lnTo>
                <a:lnTo>
                  <a:pt x="97129" y="295224"/>
                </a:lnTo>
                <a:lnTo>
                  <a:pt x="94297" y="299018"/>
                </a:lnTo>
                <a:lnTo>
                  <a:pt x="93293" y="304484"/>
                </a:lnTo>
                <a:lnTo>
                  <a:pt x="90385" y="312113"/>
                </a:lnTo>
                <a:lnTo>
                  <a:pt x="81838" y="322402"/>
                </a:lnTo>
                <a:lnTo>
                  <a:pt x="75661" y="326567"/>
                </a:lnTo>
                <a:lnTo>
                  <a:pt x="36524" y="326567"/>
                </a:lnTo>
                <a:lnTo>
                  <a:pt x="29870" y="332295"/>
                </a:lnTo>
                <a:close/>
              </a:path>
              <a:path w="277495" h="351789">
                <a:moveTo>
                  <a:pt x="55543" y="335364"/>
                </a:moveTo>
                <a:lnTo>
                  <a:pt x="45087" y="335364"/>
                </a:lnTo>
                <a:lnTo>
                  <a:pt x="39572" y="332295"/>
                </a:lnTo>
                <a:lnTo>
                  <a:pt x="36524" y="326567"/>
                </a:lnTo>
                <a:lnTo>
                  <a:pt x="75661" y="326567"/>
                </a:lnTo>
                <a:lnTo>
                  <a:pt x="68569" y="331350"/>
                </a:lnTo>
                <a:lnTo>
                  <a:pt x="55543" y="335364"/>
                </a:lnTo>
                <a:close/>
              </a:path>
              <a:path w="277495" h="351789">
                <a:moveTo>
                  <a:pt x="28346" y="351193"/>
                </a:moveTo>
                <a:lnTo>
                  <a:pt x="24790" y="350151"/>
                </a:lnTo>
                <a:lnTo>
                  <a:pt x="21647" y="346306"/>
                </a:lnTo>
                <a:lnTo>
                  <a:pt x="23464" y="340885"/>
                </a:lnTo>
                <a:lnTo>
                  <a:pt x="28102" y="337491"/>
                </a:lnTo>
                <a:lnTo>
                  <a:pt x="33426" y="339725"/>
                </a:lnTo>
                <a:lnTo>
                  <a:pt x="40080" y="348068"/>
                </a:lnTo>
                <a:lnTo>
                  <a:pt x="28346" y="351193"/>
                </a:lnTo>
                <a:close/>
              </a:path>
            </a:pathLst>
          </a:custGeom>
          <a:solidFill>
            <a:srgbClr val="062C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3240620" y="1494726"/>
            <a:ext cx="8255000" cy="4296410"/>
            <a:chOff x="3240620" y="1494726"/>
            <a:chExt cx="8255000" cy="4296410"/>
          </a:xfrm>
        </p:grpSpPr>
        <p:sp>
          <p:nvSpPr>
            <p:cNvPr id="4" name="object 4"/>
            <p:cNvSpPr/>
            <p:nvPr/>
          </p:nvSpPr>
          <p:spPr>
            <a:xfrm>
              <a:off x="11164087" y="4675912"/>
              <a:ext cx="55880" cy="48260"/>
            </a:xfrm>
            <a:custGeom>
              <a:avLst/>
              <a:gdLst/>
              <a:ahLst/>
              <a:cxnLst/>
              <a:rect l="l" t="t" r="r" b="b"/>
              <a:pathLst>
                <a:path w="55879" h="48260">
                  <a:moveTo>
                    <a:pt x="16281" y="48101"/>
                  </a:moveTo>
                  <a:lnTo>
                    <a:pt x="7707" y="47456"/>
                  </a:lnTo>
                  <a:lnTo>
                    <a:pt x="0" y="42950"/>
                  </a:lnTo>
                  <a:lnTo>
                    <a:pt x="943" y="36541"/>
                  </a:lnTo>
                  <a:lnTo>
                    <a:pt x="10523" y="30823"/>
                  </a:lnTo>
                  <a:lnTo>
                    <a:pt x="21458" y="29346"/>
                  </a:lnTo>
                  <a:lnTo>
                    <a:pt x="26466" y="35660"/>
                  </a:lnTo>
                  <a:lnTo>
                    <a:pt x="23331" y="44348"/>
                  </a:lnTo>
                  <a:lnTo>
                    <a:pt x="16281" y="48101"/>
                  </a:lnTo>
                  <a:close/>
                </a:path>
                <a:path w="55879" h="48260">
                  <a:moveTo>
                    <a:pt x="37915" y="15264"/>
                  </a:moveTo>
                  <a:lnTo>
                    <a:pt x="31546" y="15264"/>
                  </a:lnTo>
                  <a:lnTo>
                    <a:pt x="31623" y="12846"/>
                  </a:lnTo>
                  <a:lnTo>
                    <a:pt x="31693" y="10612"/>
                  </a:lnTo>
                  <a:lnTo>
                    <a:pt x="40312" y="4169"/>
                  </a:lnTo>
                  <a:lnTo>
                    <a:pt x="50527" y="0"/>
                  </a:lnTo>
                  <a:lnTo>
                    <a:pt x="55460" y="2170"/>
                  </a:lnTo>
                  <a:lnTo>
                    <a:pt x="52508" y="8276"/>
                  </a:lnTo>
                  <a:lnTo>
                    <a:pt x="45594" y="12846"/>
                  </a:lnTo>
                  <a:lnTo>
                    <a:pt x="37915" y="15264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240620" y="1494726"/>
              <a:ext cx="8254530" cy="429607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730884" y="2323464"/>
            <a:ext cx="2437130" cy="1441450"/>
          </a:xfrm>
          <a:custGeom>
            <a:avLst/>
            <a:gdLst/>
            <a:ahLst/>
            <a:cxnLst/>
            <a:rect l="l" t="t" r="r" b="b"/>
            <a:pathLst>
              <a:path w="2437130" h="1441450">
                <a:moveTo>
                  <a:pt x="2437129" y="1441450"/>
                </a:moveTo>
                <a:lnTo>
                  <a:pt x="0" y="1441450"/>
                </a:lnTo>
                <a:lnTo>
                  <a:pt x="0" y="0"/>
                </a:lnTo>
                <a:lnTo>
                  <a:pt x="2437129" y="0"/>
                </a:lnTo>
                <a:lnTo>
                  <a:pt x="2437129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1428750"/>
                </a:lnTo>
                <a:lnTo>
                  <a:pt x="6350" y="1428750"/>
                </a:lnTo>
                <a:lnTo>
                  <a:pt x="12700" y="1435100"/>
                </a:lnTo>
                <a:lnTo>
                  <a:pt x="2437129" y="1435100"/>
                </a:lnTo>
                <a:lnTo>
                  <a:pt x="2437129" y="1441450"/>
                </a:lnTo>
                <a:close/>
              </a:path>
              <a:path w="2437130" h="1441450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2437130" h="1441450">
                <a:moveTo>
                  <a:pt x="2424429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2424429" y="6350"/>
                </a:lnTo>
                <a:lnTo>
                  <a:pt x="2424429" y="12700"/>
                </a:lnTo>
                <a:close/>
              </a:path>
              <a:path w="2437130" h="1441450">
                <a:moveTo>
                  <a:pt x="2424429" y="1435100"/>
                </a:moveTo>
                <a:lnTo>
                  <a:pt x="2424429" y="6350"/>
                </a:lnTo>
                <a:lnTo>
                  <a:pt x="2430779" y="12700"/>
                </a:lnTo>
                <a:lnTo>
                  <a:pt x="2437129" y="12700"/>
                </a:lnTo>
                <a:lnTo>
                  <a:pt x="2437129" y="1428750"/>
                </a:lnTo>
                <a:lnTo>
                  <a:pt x="2430779" y="1428750"/>
                </a:lnTo>
                <a:lnTo>
                  <a:pt x="2424429" y="1435100"/>
                </a:lnTo>
                <a:close/>
              </a:path>
              <a:path w="2437130" h="1441450">
                <a:moveTo>
                  <a:pt x="2437129" y="12700"/>
                </a:moveTo>
                <a:lnTo>
                  <a:pt x="2430779" y="12700"/>
                </a:lnTo>
                <a:lnTo>
                  <a:pt x="2424429" y="6350"/>
                </a:lnTo>
                <a:lnTo>
                  <a:pt x="2437129" y="6350"/>
                </a:lnTo>
                <a:lnTo>
                  <a:pt x="2437129" y="12700"/>
                </a:lnTo>
                <a:close/>
              </a:path>
              <a:path w="2437130" h="1441450">
                <a:moveTo>
                  <a:pt x="12700" y="1435100"/>
                </a:moveTo>
                <a:lnTo>
                  <a:pt x="6350" y="1428750"/>
                </a:lnTo>
                <a:lnTo>
                  <a:pt x="12700" y="1428750"/>
                </a:lnTo>
                <a:lnTo>
                  <a:pt x="12700" y="1435100"/>
                </a:lnTo>
                <a:close/>
              </a:path>
              <a:path w="2437130" h="1441450">
                <a:moveTo>
                  <a:pt x="2424429" y="1435100"/>
                </a:moveTo>
                <a:lnTo>
                  <a:pt x="12700" y="1435100"/>
                </a:lnTo>
                <a:lnTo>
                  <a:pt x="12700" y="1428750"/>
                </a:lnTo>
                <a:lnTo>
                  <a:pt x="2424429" y="1428750"/>
                </a:lnTo>
                <a:lnTo>
                  <a:pt x="2424429" y="1435100"/>
                </a:lnTo>
                <a:close/>
              </a:path>
              <a:path w="2437130" h="1441450">
                <a:moveTo>
                  <a:pt x="2437129" y="1435100"/>
                </a:moveTo>
                <a:lnTo>
                  <a:pt x="2424429" y="1435100"/>
                </a:lnTo>
                <a:lnTo>
                  <a:pt x="2430779" y="1428750"/>
                </a:lnTo>
                <a:lnTo>
                  <a:pt x="2437129" y="1428750"/>
                </a:lnTo>
                <a:lnTo>
                  <a:pt x="2437129" y="143510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05649" y="4123601"/>
            <a:ext cx="2291715" cy="196088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81915" marR="5080" indent="-69215">
              <a:lnSpc>
                <a:spcPct val="102000"/>
              </a:lnSpc>
              <a:spcBef>
                <a:spcPts val="65"/>
              </a:spcBef>
            </a:pPr>
            <a:r>
              <a:rPr sz="2000" b="1" spc="-40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Servicio</a:t>
            </a:r>
            <a:r>
              <a:rPr sz="2000" b="1" spc="-100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2000" b="1" spc="-50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completo, </a:t>
            </a:r>
            <a:r>
              <a:rPr sz="2000" b="1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a</a:t>
            </a:r>
            <a:r>
              <a:rPr sz="2000" b="1" spc="-105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2000" b="1" spc="-10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medida</a:t>
            </a:r>
            <a:endParaRPr sz="2000">
              <a:latin typeface="Microsoft YaHei" panose="020B0503020204020204" charset="-122"/>
              <a:cs typeface="Microsoft YaHei" panose="020B0503020204020204" charset="-122"/>
            </a:endParaRPr>
          </a:p>
          <a:p>
            <a:pPr marL="113665" marR="250190">
              <a:lnSpc>
                <a:spcPct val="125000"/>
              </a:lnSpc>
              <a:spcBef>
                <a:spcPts val="1390"/>
              </a:spcBef>
            </a:pP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Aéreo,</a:t>
            </a:r>
            <a:r>
              <a:rPr sz="1200" spc="-7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marítimo,</a:t>
            </a:r>
            <a:r>
              <a:rPr sz="1200" spc="2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terrestre. </a:t>
            </a:r>
            <a:r>
              <a:rPr sz="12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De</a:t>
            </a:r>
            <a:r>
              <a:rPr sz="1200" spc="-5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línea</a:t>
            </a:r>
            <a:r>
              <a:rPr sz="1200" spc="-5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principal,</a:t>
            </a:r>
            <a:r>
              <a:rPr sz="1200" spc="-5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a</a:t>
            </a:r>
            <a:r>
              <a:rPr sz="1200" spc="-5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2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la </a:t>
            </a: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recogida</a:t>
            </a:r>
            <a:r>
              <a:rPr sz="1200" spc="-5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inversa.</a:t>
            </a:r>
            <a:endParaRPr sz="1200">
              <a:latin typeface="Microsoft YaHei" panose="020B0503020204020204" charset="-122"/>
              <a:cs typeface="Microsoft YaHei" panose="020B0503020204020204" charset="-122"/>
            </a:endParaRPr>
          </a:p>
          <a:p>
            <a:pPr marL="113665" marR="511175">
              <a:lnSpc>
                <a:spcPct val="125000"/>
              </a:lnSpc>
            </a:pPr>
            <a:r>
              <a:rPr sz="12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Servicio</a:t>
            </a:r>
            <a:r>
              <a:rPr sz="1200" spc="-5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de</a:t>
            </a:r>
            <a:r>
              <a:rPr sz="1200" spc="-5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control</a:t>
            </a:r>
            <a:r>
              <a:rPr sz="1200" spc="-5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2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de </a:t>
            </a: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temperatura,</a:t>
            </a:r>
            <a:r>
              <a:rPr sz="1200" spc="-7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PUDO……</a:t>
            </a:r>
            <a:endParaRPr sz="12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734877" y="2662389"/>
            <a:ext cx="6466840" cy="2743835"/>
            <a:chOff x="4734877" y="2662389"/>
            <a:chExt cx="6466840" cy="2743835"/>
          </a:xfrm>
        </p:grpSpPr>
        <p:sp>
          <p:nvSpPr>
            <p:cNvPr id="9" name="object 9"/>
            <p:cNvSpPr/>
            <p:nvPr/>
          </p:nvSpPr>
          <p:spPr>
            <a:xfrm>
              <a:off x="8134756" y="3576815"/>
              <a:ext cx="364490" cy="314325"/>
            </a:xfrm>
            <a:custGeom>
              <a:avLst/>
              <a:gdLst/>
              <a:ahLst/>
              <a:cxnLst/>
              <a:rect l="l" t="t" r="r" b="b"/>
              <a:pathLst>
                <a:path w="364490" h="314325">
                  <a:moveTo>
                    <a:pt x="364147" y="310984"/>
                  </a:moveTo>
                  <a:lnTo>
                    <a:pt x="358889" y="299796"/>
                  </a:lnTo>
                  <a:lnTo>
                    <a:pt x="352602" y="287134"/>
                  </a:lnTo>
                  <a:lnTo>
                    <a:pt x="327152" y="242239"/>
                  </a:lnTo>
                  <a:lnTo>
                    <a:pt x="304165" y="208254"/>
                  </a:lnTo>
                  <a:lnTo>
                    <a:pt x="275932" y="172669"/>
                  </a:lnTo>
                  <a:lnTo>
                    <a:pt x="242036" y="136855"/>
                  </a:lnTo>
                  <a:lnTo>
                    <a:pt x="212661" y="110693"/>
                  </a:lnTo>
                  <a:lnTo>
                    <a:pt x="179705" y="85775"/>
                  </a:lnTo>
                  <a:lnTo>
                    <a:pt x="143027" y="62699"/>
                  </a:lnTo>
                  <a:lnTo>
                    <a:pt x="100063" y="40995"/>
                  </a:lnTo>
                  <a:lnTo>
                    <a:pt x="56959" y="24180"/>
                  </a:lnTo>
                  <a:lnTo>
                    <a:pt x="32092" y="16548"/>
                  </a:lnTo>
                  <a:lnTo>
                    <a:pt x="33185" y="12166"/>
                  </a:lnTo>
                  <a:lnTo>
                    <a:pt x="28270" y="4000"/>
                  </a:lnTo>
                  <a:lnTo>
                    <a:pt x="20218" y="2006"/>
                  </a:lnTo>
                  <a:lnTo>
                    <a:pt x="12166" y="0"/>
                  </a:lnTo>
                  <a:lnTo>
                    <a:pt x="4000" y="4914"/>
                  </a:lnTo>
                  <a:lnTo>
                    <a:pt x="0" y="21018"/>
                  </a:lnTo>
                  <a:lnTo>
                    <a:pt x="4914" y="29184"/>
                  </a:lnTo>
                  <a:lnTo>
                    <a:pt x="21018" y="33185"/>
                  </a:lnTo>
                  <a:lnTo>
                    <a:pt x="29184" y="28270"/>
                  </a:lnTo>
                  <a:lnTo>
                    <a:pt x="30251" y="23952"/>
                  </a:lnTo>
                  <a:lnTo>
                    <a:pt x="40919" y="27038"/>
                  </a:lnTo>
                  <a:lnTo>
                    <a:pt x="82499" y="41795"/>
                  </a:lnTo>
                  <a:lnTo>
                    <a:pt x="126314" y="62217"/>
                  </a:lnTo>
                  <a:lnTo>
                    <a:pt x="163703" y="84201"/>
                  </a:lnTo>
                  <a:lnTo>
                    <a:pt x="197358" y="108204"/>
                  </a:lnTo>
                  <a:lnTo>
                    <a:pt x="227457" y="133629"/>
                  </a:lnTo>
                  <a:lnTo>
                    <a:pt x="262318" y="168757"/>
                  </a:lnTo>
                  <a:lnTo>
                    <a:pt x="291528" y="204025"/>
                  </a:lnTo>
                  <a:lnTo>
                    <a:pt x="315468" y="238086"/>
                  </a:lnTo>
                  <a:lnTo>
                    <a:pt x="323659" y="251218"/>
                  </a:lnTo>
                  <a:lnTo>
                    <a:pt x="320649" y="247967"/>
                  </a:lnTo>
                  <a:lnTo>
                    <a:pt x="315633" y="242938"/>
                  </a:lnTo>
                  <a:lnTo>
                    <a:pt x="285940" y="218897"/>
                  </a:lnTo>
                  <a:lnTo>
                    <a:pt x="248170" y="199555"/>
                  </a:lnTo>
                  <a:lnTo>
                    <a:pt x="235038" y="195249"/>
                  </a:lnTo>
                  <a:lnTo>
                    <a:pt x="230695" y="193979"/>
                  </a:lnTo>
                  <a:lnTo>
                    <a:pt x="221449" y="191770"/>
                  </a:lnTo>
                  <a:lnTo>
                    <a:pt x="211848" y="190004"/>
                  </a:lnTo>
                  <a:lnTo>
                    <a:pt x="201841" y="188658"/>
                  </a:lnTo>
                  <a:lnTo>
                    <a:pt x="201333" y="188658"/>
                  </a:lnTo>
                  <a:lnTo>
                    <a:pt x="193802" y="187998"/>
                  </a:lnTo>
                  <a:lnTo>
                    <a:pt x="193649" y="187998"/>
                  </a:lnTo>
                  <a:lnTo>
                    <a:pt x="185331" y="187642"/>
                  </a:lnTo>
                  <a:lnTo>
                    <a:pt x="176936" y="187642"/>
                  </a:lnTo>
                  <a:lnTo>
                    <a:pt x="138899" y="192163"/>
                  </a:lnTo>
                  <a:lnTo>
                    <a:pt x="113690" y="199263"/>
                  </a:lnTo>
                  <a:lnTo>
                    <a:pt x="111594" y="194627"/>
                  </a:lnTo>
                  <a:lnTo>
                    <a:pt x="102679" y="191249"/>
                  </a:lnTo>
                  <a:lnTo>
                    <a:pt x="87604" y="198107"/>
                  </a:lnTo>
                  <a:lnTo>
                    <a:pt x="84239" y="207010"/>
                  </a:lnTo>
                  <a:lnTo>
                    <a:pt x="91084" y="222084"/>
                  </a:lnTo>
                  <a:lnTo>
                    <a:pt x="99999" y="225463"/>
                  </a:lnTo>
                  <a:lnTo>
                    <a:pt x="107543" y="222034"/>
                  </a:lnTo>
                  <a:lnTo>
                    <a:pt x="115074" y="218605"/>
                  </a:lnTo>
                  <a:lnTo>
                    <a:pt x="118440" y="209702"/>
                  </a:lnTo>
                  <a:lnTo>
                    <a:pt x="116852" y="206222"/>
                  </a:lnTo>
                  <a:lnTo>
                    <a:pt x="121945" y="204533"/>
                  </a:lnTo>
                  <a:lnTo>
                    <a:pt x="161759" y="196240"/>
                  </a:lnTo>
                  <a:lnTo>
                    <a:pt x="177482" y="195249"/>
                  </a:lnTo>
                  <a:lnTo>
                    <a:pt x="185089" y="195249"/>
                  </a:lnTo>
                  <a:lnTo>
                    <a:pt x="193217" y="195592"/>
                  </a:lnTo>
                  <a:lnTo>
                    <a:pt x="200583" y="196240"/>
                  </a:lnTo>
                  <a:lnTo>
                    <a:pt x="201104" y="196240"/>
                  </a:lnTo>
                  <a:lnTo>
                    <a:pt x="245364" y="206654"/>
                  </a:lnTo>
                  <a:lnTo>
                    <a:pt x="281660" y="225209"/>
                  </a:lnTo>
                  <a:lnTo>
                    <a:pt x="315125" y="253225"/>
                  </a:lnTo>
                  <a:lnTo>
                    <a:pt x="341388" y="286131"/>
                  </a:lnTo>
                  <a:lnTo>
                    <a:pt x="357225" y="314210"/>
                  </a:lnTo>
                  <a:lnTo>
                    <a:pt x="360934" y="312496"/>
                  </a:lnTo>
                  <a:lnTo>
                    <a:pt x="364147" y="31098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7689" y="3690404"/>
              <a:ext cx="111493" cy="19938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34877" y="2662389"/>
              <a:ext cx="6466700" cy="2743314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734694" y="1585594"/>
            <a:ext cx="2908935" cy="60579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sz="2000" b="1" spc="-55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Conectividad</a:t>
            </a:r>
            <a:r>
              <a:rPr sz="2000" b="1" spc="-75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2000" b="1" spc="-10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global, </a:t>
            </a:r>
            <a:r>
              <a:rPr sz="2000" b="1" spc="-60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entrega</a:t>
            </a:r>
            <a:r>
              <a:rPr sz="2000" b="1" spc="-90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2000" b="1" spc="-45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con</a:t>
            </a:r>
            <a:r>
              <a:rPr sz="2000" b="1" spc="-90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2000" b="1" spc="-45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un</a:t>
            </a:r>
            <a:r>
              <a:rPr sz="2000" b="1" spc="-85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2000" b="1" spc="-40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solo</a:t>
            </a:r>
            <a:r>
              <a:rPr sz="2000" b="1" spc="-90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2000" b="1" spc="-20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clic</a:t>
            </a:r>
            <a:endParaRPr sz="20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9150" y="2472054"/>
            <a:ext cx="2287270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58775">
              <a:lnSpc>
                <a:spcPct val="125000"/>
              </a:lnSpc>
              <a:spcBef>
                <a:spcPts val="100"/>
              </a:spcBef>
            </a:pPr>
            <a:r>
              <a:rPr sz="1200" spc="-10" dirty="0">
                <a:latin typeface="Microsoft YaHei" panose="020B0503020204020204" charset="-122"/>
                <a:cs typeface="Microsoft YaHei" panose="020B0503020204020204" charset="-122"/>
              </a:rPr>
              <a:t>China</a:t>
            </a:r>
            <a:r>
              <a:rPr sz="1200" spc="-10" dirty="0">
                <a:solidFill>
                  <a:srgbClr val="333333"/>
                </a:solidFill>
                <a:latin typeface="Segoe UI Symbol" panose="020B0502040204020203"/>
                <a:cs typeface="Segoe UI Symbol" panose="020B0502040204020203"/>
              </a:rPr>
              <a:t>➔</a:t>
            </a:r>
            <a:r>
              <a:rPr sz="1200" spc="-10" dirty="0">
                <a:solidFill>
                  <a:srgbClr val="333333"/>
                </a:solidFill>
                <a:latin typeface="Microsoft YaHei" panose="020B0503020204020204" charset="-122"/>
                <a:cs typeface="Microsoft YaHei" panose="020B0503020204020204" charset="-122"/>
              </a:rPr>
              <a:t>Global</a:t>
            </a:r>
            <a:r>
              <a:rPr sz="1200" spc="500" dirty="0">
                <a:solidFill>
                  <a:srgbClr val="333333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20" dirty="0">
                <a:latin typeface="Microsoft YaHei" panose="020B0503020204020204" charset="-122"/>
                <a:cs typeface="Microsoft YaHei" panose="020B0503020204020204" charset="-122"/>
              </a:rPr>
              <a:t>EAU</a:t>
            </a:r>
            <a:r>
              <a:rPr sz="1200" spc="-20" dirty="0">
                <a:latin typeface="Segoe UI Symbol" panose="020B0502040204020203"/>
                <a:cs typeface="Segoe UI Symbol" panose="020B0502040204020203"/>
              </a:rPr>
              <a:t>➔</a:t>
            </a:r>
            <a:r>
              <a:rPr sz="1200" spc="-20" dirty="0">
                <a:latin typeface="Microsoft YaHei" panose="020B0503020204020204" charset="-122"/>
                <a:cs typeface="Microsoft YaHei" panose="020B0503020204020204" charset="-122"/>
              </a:rPr>
              <a:t>Otros</a:t>
            </a:r>
            <a:r>
              <a:rPr sz="1200" spc="-35" dirty="0"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10" dirty="0">
                <a:latin typeface="Microsoft YaHei" panose="020B0503020204020204" charset="-122"/>
                <a:cs typeface="Microsoft YaHei" panose="020B0503020204020204" charset="-122"/>
              </a:rPr>
              <a:t>países</a:t>
            </a:r>
            <a:r>
              <a:rPr sz="1200" spc="-30" dirty="0"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dirty="0">
                <a:latin typeface="Microsoft YaHei" panose="020B0503020204020204" charset="-122"/>
                <a:cs typeface="Microsoft YaHei" panose="020B0503020204020204" charset="-122"/>
              </a:rPr>
              <a:t>de</a:t>
            </a:r>
            <a:r>
              <a:rPr sz="1200" spc="-30" dirty="0"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25" dirty="0">
                <a:latin typeface="Microsoft YaHei" panose="020B0503020204020204" charset="-122"/>
                <a:cs typeface="Microsoft YaHei" panose="020B0503020204020204" charset="-122"/>
              </a:rPr>
              <a:t>M.O </a:t>
            </a:r>
            <a:r>
              <a:rPr sz="1200" spc="-10" dirty="0">
                <a:solidFill>
                  <a:srgbClr val="333333"/>
                </a:solidFill>
                <a:latin typeface="Microsoft YaHei" panose="020B0503020204020204" charset="-122"/>
                <a:cs typeface="Microsoft YaHei" panose="020B0503020204020204" charset="-122"/>
              </a:rPr>
              <a:t>Turquía</a:t>
            </a:r>
            <a:r>
              <a:rPr sz="1200" spc="-10" dirty="0">
                <a:solidFill>
                  <a:srgbClr val="333333"/>
                </a:solidFill>
                <a:latin typeface="Segoe UI Symbol" panose="020B0502040204020203"/>
                <a:cs typeface="Segoe UI Symbol" panose="020B0502040204020203"/>
              </a:rPr>
              <a:t>➔</a:t>
            </a:r>
            <a:r>
              <a:rPr sz="1200" spc="-10" dirty="0">
                <a:solidFill>
                  <a:srgbClr val="333333"/>
                </a:solidFill>
                <a:latin typeface="Microsoft YaHei" panose="020B0503020204020204" charset="-122"/>
                <a:cs typeface="Microsoft YaHei" panose="020B0503020204020204" charset="-122"/>
              </a:rPr>
              <a:t>Europa/M.O</a:t>
            </a:r>
            <a:endParaRPr sz="1200">
              <a:latin typeface="Microsoft YaHei" panose="020B0503020204020204" charset="-122"/>
              <a:cs typeface="Microsoft YaHei" panose="020B0503020204020204" charset="-122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200" spc="-20" dirty="0">
                <a:solidFill>
                  <a:srgbClr val="333333"/>
                </a:solidFill>
                <a:latin typeface="Microsoft YaHei" panose="020B0503020204020204" charset="-122"/>
                <a:cs typeface="Microsoft YaHei" panose="020B0503020204020204" charset="-122"/>
              </a:rPr>
              <a:t>México</a:t>
            </a:r>
            <a:r>
              <a:rPr sz="1200" spc="-20" dirty="0">
                <a:solidFill>
                  <a:srgbClr val="333333"/>
                </a:solidFill>
                <a:latin typeface="Segoe UI Symbol" panose="020B0502040204020203"/>
                <a:cs typeface="Segoe UI Symbol" panose="020B0502040204020203"/>
              </a:rPr>
              <a:t>➔</a:t>
            </a:r>
            <a:r>
              <a:rPr sz="1200" spc="-20" dirty="0">
                <a:solidFill>
                  <a:srgbClr val="333333"/>
                </a:solidFill>
                <a:latin typeface="Microsoft YaHei" panose="020B0503020204020204" charset="-122"/>
                <a:cs typeface="Microsoft YaHei" panose="020B0503020204020204" charset="-122"/>
              </a:rPr>
              <a:t>Otros </a:t>
            </a:r>
            <a:r>
              <a:rPr sz="1200" spc="-10" dirty="0">
                <a:solidFill>
                  <a:srgbClr val="333333"/>
                </a:solidFill>
                <a:latin typeface="Microsoft YaHei" panose="020B0503020204020204" charset="-122"/>
                <a:cs typeface="Microsoft YaHei" panose="020B0503020204020204" charset="-122"/>
              </a:rPr>
              <a:t>países</a:t>
            </a:r>
            <a:r>
              <a:rPr sz="1200" spc="-20" dirty="0">
                <a:solidFill>
                  <a:srgbClr val="333333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dirty="0">
                <a:solidFill>
                  <a:srgbClr val="333333"/>
                </a:solidFill>
                <a:latin typeface="Microsoft YaHei" panose="020B0503020204020204" charset="-122"/>
                <a:cs typeface="Microsoft YaHei" panose="020B0503020204020204" charset="-122"/>
              </a:rPr>
              <a:t>de</a:t>
            </a:r>
            <a:r>
              <a:rPr sz="1200" spc="-20" dirty="0">
                <a:solidFill>
                  <a:srgbClr val="333333"/>
                </a:solidFill>
                <a:latin typeface="Microsoft YaHei" panose="020B0503020204020204" charset="-122"/>
                <a:cs typeface="Microsoft YaHei" panose="020B0503020204020204" charset="-122"/>
              </a:rPr>
              <a:t> Latam</a:t>
            </a:r>
            <a:endParaRPr sz="1200">
              <a:latin typeface="Microsoft YaHei" panose="020B0503020204020204" charset="-122"/>
              <a:cs typeface="Microsoft YaHei" panose="020B0503020204020204" charset="-122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200" spc="-25" dirty="0">
                <a:solidFill>
                  <a:srgbClr val="333333"/>
                </a:solidFill>
                <a:latin typeface="Microsoft YaHei" panose="020B0503020204020204" charset="-122"/>
                <a:cs typeface="Microsoft YaHei" panose="020B0503020204020204" charset="-122"/>
              </a:rPr>
              <a:t>……</a:t>
            </a:r>
            <a:endParaRPr sz="12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20509" y="4832134"/>
            <a:ext cx="2295525" cy="1441450"/>
          </a:xfrm>
          <a:custGeom>
            <a:avLst/>
            <a:gdLst/>
            <a:ahLst/>
            <a:cxnLst/>
            <a:rect l="l" t="t" r="r" b="b"/>
            <a:pathLst>
              <a:path w="2295525" h="1441450">
                <a:moveTo>
                  <a:pt x="2295017" y="1441399"/>
                </a:moveTo>
                <a:lnTo>
                  <a:pt x="0" y="1441399"/>
                </a:lnTo>
                <a:lnTo>
                  <a:pt x="0" y="0"/>
                </a:lnTo>
                <a:lnTo>
                  <a:pt x="2295017" y="0"/>
                </a:lnTo>
                <a:lnTo>
                  <a:pt x="2295017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1428699"/>
                </a:lnTo>
                <a:lnTo>
                  <a:pt x="6350" y="1428699"/>
                </a:lnTo>
                <a:lnTo>
                  <a:pt x="12700" y="1435049"/>
                </a:lnTo>
                <a:lnTo>
                  <a:pt x="2295017" y="1435049"/>
                </a:lnTo>
                <a:lnTo>
                  <a:pt x="2295017" y="1441399"/>
                </a:lnTo>
                <a:close/>
              </a:path>
              <a:path w="2295525" h="1441450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2295525" h="1441450">
                <a:moveTo>
                  <a:pt x="2282317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2282317" y="6350"/>
                </a:lnTo>
                <a:lnTo>
                  <a:pt x="2282317" y="12700"/>
                </a:lnTo>
                <a:close/>
              </a:path>
              <a:path w="2295525" h="1441450">
                <a:moveTo>
                  <a:pt x="2282317" y="1435049"/>
                </a:moveTo>
                <a:lnTo>
                  <a:pt x="2282317" y="6350"/>
                </a:lnTo>
                <a:lnTo>
                  <a:pt x="2288667" y="12700"/>
                </a:lnTo>
                <a:lnTo>
                  <a:pt x="2295017" y="12700"/>
                </a:lnTo>
                <a:lnTo>
                  <a:pt x="2295017" y="1428699"/>
                </a:lnTo>
                <a:lnTo>
                  <a:pt x="2288667" y="1428699"/>
                </a:lnTo>
                <a:lnTo>
                  <a:pt x="2282317" y="1435049"/>
                </a:lnTo>
                <a:close/>
              </a:path>
              <a:path w="2295525" h="1441450">
                <a:moveTo>
                  <a:pt x="2295017" y="12700"/>
                </a:moveTo>
                <a:lnTo>
                  <a:pt x="2288667" y="12700"/>
                </a:lnTo>
                <a:lnTo>
                  <a:pt x="2282317" y="6350"/>
                </a:lnTo>
                <a:lnTo>
                  <a:pt x="2295017" y="6350"/>
                </a:lnTo>
                <a:lnTo>
                  <a:pt x="2295017" y="12700"/>
                </a:lnTo>
                <a:close/>
              </a:path>
              <a:path w="2295525" h="1441450">
                <a:moveTo>
                  <a:pt x="12700" y="1435049"/>
                </a:moveTo>
                <a:lnTo>
                  <a:pt x="6350" y="1428699"/>
                </a:lnTo>
                <a:lnTo>
                  <a:pt x="12700" y="1428699"/>
                </a:lnTo>
                <a:lnTo>
                  <a:pt x="12700" y="1435049"/>
                </a:lnTo>
                <a:close/>
              </a:path>
              <a:path w="2295525" h="1441450">
                <a:moveTo>
                  <a:pt x="2282317" y="1435049"/>
                </a:moveTo>
                <a:lnTo>
                  <a:pt x="12700" y="1435049"/>
                </a:lnTo>
                <a:lnTo>
                  <a:pt x="12700" y="1428699"/>
                </a:lnTo>
                <a:lnTo>
                  <a:pt x="2282317" y="1428699"/>
                </a:lnTo>
                <a:lnTo>
                  <a:pt x="2282317" y="1435049"/>
                </a:lnTo>
                <a:close/>
              </a:path>
              <a:path w="2295525" h="1441450">
                <a:moveTo>
                  <a:pt x="2295017" y="1435049"/>
                </a:moveTo>
                <a:lnTo>
                  <a:pt x="2282317" y="1435049"/>
                </a:lnTo>
                <a:lnTo>
                  <a:pt x="2288667" y="1428699"/>
                </a:lnTo>
                <a:lnTo>
                  <a:pt x="2295017" y="1428699"/>
                </a:lnTo>
                <a:lnTo>
                  <a:pt x="2295017" y="1435049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740120" y="6084887"/>
            <a:ext cx="1802130" cy="48768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310"/>
              </a:spcBef>
            </a:pPr>
            <a:r>
              <a:rPr sz="1600" spc="-6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Países</a:t>
            </a:r>
            <a:r>
              <a:rPr sz="1600" spc="-85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spc="-4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con</a:t>
            </a:r>
            <a:r>
              <a:rPr sz="1600" spc="-85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spc="-45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servicios </a:t>
            </a:r>
            <a:r>
              <a:rPr sz="1600" spc="-1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actualmente</a:t>
            </a:r>
            <a:endParaRPr sz="16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483352" y="3104591"/>
            <a:ext cx="3406775" cy="3235325"/>
            <a:chOff x="5483352" y="3104591"/>
            <a:chExt cx="3406775" cy="3235325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83352" y="6119850"/>
              <a:ext cx="220560" cy="21988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76336" y="3104591"/>
              <a:ext cx="513486" cy="607974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8654795" y="6084887"/>
            <a:ext cx="2586355" cy="48768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310"/>
              </a:spcBef>
            </a:pPr>
            <a:r>
              <a:rPr sz="1600" spc="-6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Países</a:t>
            </a:r>
            <a:r>
              <a:rPr sz="1600" spc="-75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spc="-45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que</a:t>
            </a:r>
            <a:r>
              <a:rPr sz="1600" spc="-65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spc="-6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tendrán</a:t>
            </a:r>
            <a:r>
              <a:rPr sz="1600" spc="-7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spc="-4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servicios en</a:t>
            </a:r>
            <a:r>
              <a:rPr sz="1600" spc="-95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spc="-6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3-</a:t>
            </a:r>
            <a:r>
              <a:rPr sz="160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5</a:t>
            </a:r>
            <a:r>
              <a:rPr sz="1600" spc="-85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spc="-2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años</a:t>
            </a:r>
            <a:endParaRPr sz="16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252732" y="2847619"/>
            <a:ext cx="3757904" cy="3492118"/>
            <a:chOff x="5252732" y="2847619"/>
            <a:chExt cx="3757904" cy="3492118"/>
          </a:xfrm>
        </p:grpSpPr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98764" y="6119850"/>
              <a:ext cx="219824" cy="21988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013575" y="3274262"/>
              <a:ext cx="1155700" cy="467359"/>
            </a:xfrm>
            <a:custGeom>
              <a:avLst/>
              <a:gdLst/>
              <a:ahLst/>
              <a:cxnLst/>
              <a:rect l="l" t="t" r="r" b="b"/>
              <a:pathLst>
                <a:path w="1155700" h="467360">
                  <a:moveTo>
                    <a:pt x="1155357" y="466559"/>
                  </a:moveTo>
                  <a:lnTo>
                    <a:pt x="1155280" y="463105"/>
                  </a:lnTo>
                  <a:lnTo>
                    <a:pt x="1155179" y="457377"/>
                  </a:lnTo>
                  <a:lnTo>
                    <a:pt x="1155166" y="457073"/>
                  </a:lnTo>
                  <a:lnTo>
                    <a:pt x="1137970" y="457377"/>
                  </a:lnTo>
                  <a:lnTo>
                    <a:pt x="1094206" y="457377"/>
                  </a:lnTo>
                  <a:lnTo>
                    <a:pt x="1072781" y="457034"/>
                  </a:lnTo>
                  <a:lnTo>
                    <a:pt x="1073848" y="457034"/>
                  </a:lnTo>
                  <a:lnTo>
                    <a:pt x="1055941" y="456603"/>
                  </a:lnTo>
                  <a:lnTo>
                    <a:pt x="1011021" y="454901"/>
                  </a:lnTo>
                  <a:lnTo>
                    <a:pt x="960323" y="451980"/>
                  </a:lnTo>
                  <a:lnTo>
                    <a:pt x="904709" y="447560"/>
                  </a:lnTo>
                  <a:lnTo>
                    <a:pt x="845045" y="441375"/>
                  </a:lnTo>
                  <a:lnTo>
                    <a:pt x="782180" y="433133"/>
                  </a:lnTo>
                  <a:lnTo>
                    <a:pt x="716978" y="422567"/>
                  </a:lnTo>
                  <a:lnTo>
                    <a:pt x="650316" y="409371"/>
                  </a:lnTo>
                  <a:lnTo>
                    <a:pt x="599897" y="397611"/>
                  </a:lnTo>
                  <a:lnTo>
                    <a:pt x="549490" y="384098"/>
                  </a:lnTo>
                  <a:lnTo>
                    <a:pt x="499491" y="368731"/>
                  </a:lnTo>
                  <a:lnTo>
                    <a:pt x="450240" y="351396"/>
                  </a:lnTo>
                  <a:lnTo>
                    <a:pt x="402107" y="331978"/>
                  </a:lnTo>
                  <a:lnTo>
                    <a:pt x="355473" y="310349"/>
                  </a:lnTo>
                  <a:lnTo>
                    <a:pt x="310692" y="286410"/>
                  </a:lnTo>
                  <a:lnTo>
                    <a:pt x="269646" y="261124"/>
                  </a:lnTo>
                  <a:lnTo>
                    <a:pt x="231838" y="234708"/>
                  </a:lnTo>
                  <a:lnTo>
                    <a:pt x="196621" y="207213"/>
                  </a:lnTo>
                  <a:lnTo>
                    <a:pt x="164084" y="179082"/>
                  </a:lnTo>
                  <a:lnTo>
                    <a:pt x="134315" y="150787"/>
                  </a:lnTo>
                  <a:lnTo>
                    <a:pt x="107429" y="122821"/>
                  </a:lnTo>
                  <a:lnTo>
                    <a:pt x="76238" y="86829"/>
                  </a:lnTo>
                  <a:lnTo>
                    <a:pt x="44983" y="45440"/>
                  </a:lnTo>
                  <a:lnTo>
                    <a:pt x="38963" y="36423"/>
                  </a:lnTo>
                  <a:lnTo>
                    <a:pt x="41757" y="33108"/>
                  </a:lnTo>
                  <a:lnTo>
                    <a:pt x="44437" y="24955"/>
                  </a:lnTo>
                  <a:lnTo>
                    <a:pt x="43764" y="16090"/>
                  </a:lnTo>
                  <a:lnTo>
                    <a:pt x="39674" y="8204"/>
                  </a:lnTo>
                  <a:lnTo>
                    <a:pt x="33108" y="2667"/>
                  </a:lnTo>
                  <a:lnTo>
                    <a:pt x="24955" y="0"/>
                  </a:lnTo>
                  <a:lnTo>
                    <a:pt x="16103" y="673"/>
                  </a:lnTo>
                  <a:lnTo>
                    <a:pt x="8191" y="4762"/>
                  </a:lnTo>
                  <a:lnTo>
                    <a:pt x="2667" y="11328"/>
                  </a:lnTo>
                  <a:lnTo>
                    <a:pt x="0" y="19481"/>
                  </a:lnTo>
                  <a:lnTo>
                    <a:pt x="685" y="28333"/>
                  </a:lnTo>
                  <a:lnTo>
                    <a:pt x="4762" y="36233"/>
                  </a:lnTo>
                  <a:lnTo>
                    <a:pt x="11315" y="41757"/>
                  </a:lnTo>
                  <a:lnTo>
                    <a:pt x="19469" y="44437"/>
                  </a:lnTo>
                  <a:lnTo>
                    <a:pt x="28346" y="43751"/>
                  </a:lnTo>
                  <a:lnTo>
                    <a:pt x="31381" y="42189"/>
                  </a:lnTo>
                  <a:lnTo>
                    <a:pt x="37211" y="50914"/>
                  </a:lnTo>
                  <a:lnTo>
                    <a:pt x="61798" y="84048"/>
                  </a:lnTo>
                  <a:lnTo>
                    <a:pt x="91998" y="119951"/>
                  </a:lnTo>
                  <a:lnTo>
                    <a:pt x="118198" y="148018"/>
                  </a:lnTo>
                  <a:lnTo>
                    <a:pt x="147320" y="176555"/>
                  </a:lnTo>
                  <a:lnTo>
                    <a:pt x="179285" y="205092"/>
                  </a:lnTo>
                  <a:lnTo>
                    <a:pt x="213995" y="233159"/>
                  </a:lnTo>
                  <a:lnTo>
                    <a:pt x="251358" y="260286"/>
                  </a:lnTo>
                  <a:lnTo>
                    <a:pt x="291274" y="286004"/>
                  </a:lnTo>
                  <a:lnTo>
                    <a:pt x="335876" y="311035"/>
                  </a:lnTo>
                  <a:lnTo>
                    <a:pt x="382422" y="333654"/>
                  </a:lnTo>
                  <a:lnTo>
                    <a:pt x="430530" y="353987"/>
                  </a:lnTo>
                  <a:lnTo>
                    <a:pt x="479844" y="372160"/>
                  </a:lnTo>
                  <a:lnTo>
                    <a:pt x="529996" y="388289"/>
                  </a:lnTo>
                  <a:lnTo>
                    <a:pt x="580631" y="402501"/>
                  </a:lnTo>
                  <a:lnTo>
                    <a:pt x="631393" y="414909"/>
                  </a:lnTo>
                  <a:lnTo>
                    <a:pt x="681913" y="425640"/>
                  </a:lnTo>
                  <a:lnTo>
                    <a:pt x="748182" y="437527"/>
                  </a:lnTo>
                  <a:lnTo>
                    <a:pt x="812685" y="446951"/>
                  </a:lnTo>
                  <a:lnTo>
                    <a:pt x="874318" y="454164"/>
                  </a:lnTo>
                  <a:lnTo>
                    <a:pt x="932294" y="459447"/>
                  </a:lnTo>
                  <a:lnTo>
                    <a:pt x="985774" y="463105"/>
                  </a:lnTo>
                  <a:lnTo>
                    <a:pt x="1033868" y="465391"/>
                  </a:lnTo>
                  <a:lnTo>
                    <a:pt x="1074191" y="466559"/>
                  </a:lnTo>
                  <a:lnTo>
                    <a:pt x="1073238" y="466559"/>
                  </a:lnTo>
                  <a:lnTo>
                    <a:pt x="1094079" y="466877"/>
                  </a:lnTo>
                  <a:lnTo>
                    <a:pt x="1138682" y="466877"/>
                  </a:lnTo>
                  <a:lnTo>
                    <a:pt x="1155357" y="466559"/>
                  </a:lnTo>
                  <a:close/>
                </a:path>
              </a:pathLst>
            </a:custGeom>
            <a:solidFill>
              <a:srgbClr val="28C8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59285" y="4790173"/>
              <a:ext cx="197319" cy="23638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98134" y="3862298"/>
              <a:ext cx="197319" cy="23638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24151" y="2847619"/>
              <a:ext cx="197319" cy="23638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475129" y="3020466"/>
              <a:ext cx="197319" cy="23638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813317" y="2933954"/>
              <a:ext cx="197319" cy="236385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483911" y="3325355"/>
              <a:ext cx="2866390" cy="1362075"/>
            </a:xfrm>
            <a:custGeom>
              <a:avLst/>
              <a:gdLst/>
              <a:ahLst/>
              <a:cxnLst/>
              <a:rect l="l" t="t" r="r" b="b"/>
              <a:pathLst>
                <a:path w="2866390" h="1362075">
                  <a:moveTo>
                    <a:pt x="39166" y="1245793"/>
                  </a:moveTo>
                  <a:lnTo>
                    <a:pt x="2717" y="1235075"/>
                  </a:lnTo>
                  <a:lnTo>
                    <a:pt x="0" y="1244193"/>
                  </a:lnTo>
                  <a:lnTo>
                    <a:pt x="36525" y="1254925"/>
                  </a:lnTo>
                  <a:lnTo>
                    <a:pt x="39166" y="1245793"/>
                  </a:lnTo>
                  <a:close/>
                </a:path>
                <a:path w="2866390" h="1362075">
                  <a:moveTo>
                    <a:pt x="46507" y="856107"/>
                  </a:moveTo>
                  <a:lnTo>
                    <a:pt x="42875" y="854519"/>
                  </a:lnTo>
                  <a:lnTo>
                    <a:pt x="26022" y="846950"/>
                  </a:lnTo>
                  <a:lnTo>
                    <a:pt x="22136" y="855624"/>
                  </a:lnTo>
                  <a:lnTo>
                    <a:pt x="39001" y="863206"/>
                  </a:lnTo>
                  <a:lnTo>
                    <a:pt x="42710" y="864819"/>
                  </a:lnTo>
                  <a:lnTo>
                    <a:pt x="46507" y="856107"/>
                  </a:lnTo>
                  <a:close/>
                </a:path>
                <a:path w="2866390" h="1362075">
                  <a:moveTo>
                    <a:pt x="103225" y="1263357"/>
                  </a:moveTo>
                  <a:lnTo>
                    <a:pt x="66573" y="1253515"/>
                  </a:lnTo>
                  <a:lnTo>
                    <a:pt x="64020" y="1262672"/>
                  </a:lnTo>
                  <a:lnTo>
                    <a:pt x="67957" y="1263777"/>
                  </a:lnTo>
                  <a:lnTo>
                    <a:pt x="91668" y="1270177"/>
                  </a:lnTo>
                  <a:lnTo>
                    <a:pt x="100838" y="1272552"/>
                  </a:lnTo>
                  <a:lnTo>
                    <a:pt x="103225" y="1263357"/>
                  </a:lnTo>
                  <a:close/>
                </a:path>
                <a:path w="2866390" h="1362075">
                  <a:moveTo>
                    <a:pt x="107784" y="881634"/>
                  </a:moveTo>
                  <a:lnTo>
                    <a:pt x="95707" y="876858"/>
                  </a:lnTo>
                  <a:lnTo>
                    <a:pt x="77698" y="869480"/>
                  </a:lnTo>
                  <a:lnTo>
                    <a:pt x="72656" y="867346"/>
                  </a:lnTo>
                  <a:lnTo>
                    <a:pt x="68961" y="876109"/>
                  </a:lnTo>
                  <a:lnTo>
                    <a:pt x="74015" y="878243"/>
                  </a:lnTo>
                  <a:lnTo>
                    <a:pt x="92138" y="885672"/>
                  </a:lnTo>
                  <a:lnTo>
                    <a:pt x="104292" y="890485"/>
                  </a:lnTo>
                  <a:lnTo>
                    <a:pt x="107784" y="881634"/>
                  </a:lnTo>
                  <a:close/>
                </a:path>
                <a:path w="2866390" h="1362075">
                  <a:moveTo>
                    <a:pt x="167728" y="1279436"/>
                  </a:moveTo>
                  <a:lnTo>
                    <a:pt x="142900" y="1273454"/>
                  </a:lnTo>
                  <a:lnTo>
                    <a:pt x="130822" y="1270419"/>
                  </a:lnTo>
                  <a:lnTo>
                    <a:pt x="128511" y="1279639"/>
                  </a:lnTo>
                  <a:lnTo>
                    <a:pt x="140601" y="1282674"/>
                  </a:lnTo>
                  <a:lnTo>
                    <a:pt x="165493" y="1288669"/>
                  </a:lnTo>
                  <a:lnTo>
                    <a:pt x="167728" y="1279436"/>
                  </a:lnTo>
                  <a:close/>
                </a:path>
                <a:path w="2866390" h="1362075">
                  <a:moveTo>
                    <a:pt x="170014" y="904722"/>
                  </a:moveTo>
                  <a:lnTo>
                    <a:pt x="152095" y="898385"/>
                  </a:lnTo>
                  <a:lnTo>
                    <a:pt x="134302" y="891832"/>
                  </a:lnTo>
                  <a:lnTo>
                    <a:pt x="131013" y="900760"/>
                  </a:lnTo>
                  <a:lnTo>
                    <a:pt x="148831" y="907313"/>
                  </a:lnTo>
                  <a:lnTo>
                    <a:pt x="166852" y="913688"/>
                  </a:lnTo>
                  <a:lnTo>
                    <a:pt x="170014" y="904722"/>
                  </a:lnTo>
                  <a:close/>
                </a:path>
                <a:path w="2866390" h="1362075">
                  <a:moveTo>
                    <a:pt x="232549" y="1293888"/>
                  </a:moveTo>
                  <a:lnTo>
                    <a:pt x="219710" y="1291183"/>
                  </a:lnTo>
                  <a:lnTo>
                    <a:pt x="195427" y="1285811"/>
                  </a:lnTo>
                  <a:lnTo>
                    <a:pt x="193382" y="1295095"/>
                  </a:lnTo>
                  <a:lnTo>
                    <a:pt x="217678" y="1300467"/>
                  </a:lnTo>
                  <a:lnTo>
                    <a:pt x="230593" y="1303185"/>
                  </a:lnTo>
                  <a:lnTo>
                    <a:pt x="232549" y="1293888"/>
                  </a:lnTo>
                  <a:close/>
                </a:path>
                <a:path w="2866390" h="1362075">
                  <a:moveTo>
                    <a:pt x="233083" y="925182"/>
                  </a:moveTo>
                  <a:lnTo>
                    <a:pt x="211886" y="918629"/>
                  </a:lnTo>
                  <a:lnTo>
                    <a:pt x="196938" y="913790"/>
                  </a:lnTo>
                  <a:lnTo>
                    <a:pt x="194005" y="922832"/>
                  </a:lnTo>
                  <a:lnTo>
                    <a:pt x="208991" y="927684"/>
                  </a:lnTo>
                  <a:lnTo>
                    <a:pt x="230403" y="934300"/>
                  </a:lnTo>
                  <a:lnTo>
                    <a:pt x="233083" y="925182"/>
                  </a:lnTo>
                  <a:close/>
                </a:path>
                <a:path w="2866390" h="1362075">
                  <a:moveTo>
                    <a:pt x="297014" y="942886"/>
                  </a:moveTo>
                  <a:lnTo>
                    <a:pt x="296748" y="942886"/>
                  </a:lnTo>
                  <a:lnTo>
                    <a:pt x="274993" y="937171"/>
                  </a:lnTo>
                  <a:lnTo>
                    <a:pt x="260413" y="933107"/>
                  </a:lnTo>
                  <a:lnTo>
                    <a:pt x="257860" y="942263"/>
                  </a:lnTo>
                  <a:lnTo>
                    <a:pt x="272478" y="946340"/>
                  </a:lnTo>
                  <a:lnTo>
                    <a:pt x="294716" y="952182"/>
                  </a:lnTo>
                  <a:lnTo>
                    <a:pt x="297014" y="942886"/>
                  </a:lnTo>
                  <a:close/>
                </a:path>
                <a:path w="2866390" h="1362075">
                  <a:moveTo>
                    <a:pt x="297738" y="1306830"/>
                  </a:moveTo>
                  <a:lnTo>
                    <a:pt x="273291" y="1302194"/>
                  </a:lnTo>
                  <a:lnTo>
                    <a:pt x="260438" y="1299616"/>
                  </a:lnTo>
                  <a:lnTo>
                    <a:pt x="258572" y="1308938"/>
                  </a:lnTo>
                  <a:lnTo>
                    <a:pt x="271437" y="1311516"/>
                  </a:lnTo>
                  <a:lnTo>
                    <a:pt x="295960" y="1316177"/>
                  </a:lnTo>
                  <a:lnTo>
                    <a:pt x="297738" y="1306830"/>
                  </a:lnTo>
                  <a:close/>
                </a:path>
                <a:path w="2866390" h="1362075">
                  <a:moveTo>
                    <a:pt x="361696" y="957935"/>
                  </a:moveTo>
                  <a:lnTo>
                    <a:pt x="341287" y="953541"/>
                  </a:lnTo>
                  <a:lnTo>
                    <a:pt x="324637" y="949693"/>
                  </a:lnTo>
                  <a:lnTo>
                    <a:pt x="322503" y="958964"/>
                  </a:lnTo>
                  <a:lnTo>
                    <a:pt x="339178" y="962812"/>
                  </a:lnTo>
                  <a:lnTo>
                    <a:pt x="359689" y="967232"/>
                  </a:lnTo>
                  <a:lnTo>
                    <a:pt x="361696" y="957935"/>
                  </a:lnTo>
                  <a:close/>
                </a:path>
                <a:path w="2866390" h="1362075">
                  <a:moveTo>
                    <a:pt x="363169" y="1318158"/>
                  </a:moveTo>
                  <a:lnTo>
                    <a:pt x="357098" y="1317205"/>
                  </a:lnTo>
                  <a:lnTo>
                    <a:pt x="328701" y="1312418"/>
                  </a:lnTo>
                  <a:lnTo>
                    <a:pt x="325755" y="1311884"/>
                  </a:lnTo>
                  <a:lnTo>
                    <a:pt x="325653" y="1312418"/>
                  </a:lnTo>
                  <a:lnTo>
                    <a:pt x="324078" y="1321244"/>
                  </a:lnTo>
                  <a:lnTo>
                    <a:pt x="327050" y="1321777"/>
                  </a:lnTo>
                  <a:lnTo>
                    <a:pt x="361683" y="1327556"/>
                  </a:lnTo>
                  <a:lnTo>
                    <a:pt x="363169" y="1318158"/>
                  </a:lnTo>
                  <a:close/>
                </a:path>
                <a:path w="2866390" h="1362075">
                  <a:moveTo>
                    <a:pt x="426910" y="969987"/>
                  </a:moveTo>
                  <a:lnTo>
                    <a:pt x="410641" y="967295"/>
                  </a:lnTo>
                  <a:lnTo>
                    <a:pt x="389521" y="963460"/>
                  </a:lnTo>
                  <a:lnTo>
                    <a:pt x="387819" y="972807"/>
                  </a:lnTo>
                  <a:lnTo>
                    <a:pt x="408978" y="976668"/>
                  </a:lnTo>
                  <a:lnTo>
                    <a:pt x="425361" y="979373"/>
                  </a:lnTo>
                  <a:lnTo>
                    <a:pt x="426910" y="969987"/>
                  </a:lnTo>
                  <a:close/>
                </a:path>
                <a:path w="2866390" h="1362075">
                  <a:moveTo>
                    <a:pt x="428904" y="1327886"/>
                  </a:moveTo>
                  <a:lnTo>
                    <a:pt x="415201" y="1326032"/>
                  </a:lnTo>
                  <a:lnTo>
                    <a:pt x="391299" y="1322527"/>
                  </a:lnTo>
                  <a:lnTo>
                    <a:pt x="389928" y="1331937"/>
                  </a:lnTo>
                  <a:lnTo>
                    <a:pt x="413842" y="1335443"/>
                  </a:lnTo>
                  <a:lnTo>
                    <a:pt x="427621" y="1337310"/>
                  </a:lnTo>
                  <a:lnTo>
                    <a:pt x="428904" y="1327886"/>
                  </a:lnTo>
                  <a:close/>
                </a:path>
                <a:path w="2866390" h="1362075">
                  <a:moveTo>
                    <a:pt x="492594" y="979081"/>
                  </a:moveTo>
                  <a:lnTo>
                    <a:pt x="482955" y="977988"/>
                  </a:lnTo>
                  <a:lnTo>
                    <a:pt x="458533" y="974801"/>
                  </a:lnTo>
                  <a:lnTo>
                    <a:pt x="455028" y="974280"/>
                  </a:lnTo>
                  <a:lnTo>
                    <a:pt x="454939" y="974801"/>
                  </a:lnTo>
                  <a:lnTo>
                    <a:pt x="453631" y="983678"/>
                  </a:lnTo>
                  <a:lnTo>
                    <a:pt x="457174" y="984211"/>
                  </a:lnTo>
                  <a:lnTo>
                    <a:pt x="481761" y="987425"/>
                  </a:lnTo>
                  <a:lnTo>
                    <a:pt x="491515" y="988529"/>
                  </a:lnTo>
                  <a:lnTo>
                    <a:pt x="491629" y="987425"/>
                  </a:lnTo>
                  <a:lnTo>
                    <a:pt x="492594" y="979081"/>
                  </a:lnTo>
                  <a:close/>
                </a:path>
                <a:path w="2866390" h="1362075">
                  <a:moveTo>
                    <a:pt x="494842" y="1336027"/>
                  </a:moveTo>
                  <a:lnTo>
                    <a:pt x="475030" y="1333792"/>
                  </a:lnTo>
                  <a:lnTo>
                    <a:pt x="457136" y="1331569"/>
                  </a:lnTo>
                  <a:lnTo>
                    <a:pt x="455955" y="1341005"/>
                  </a:lnTo>
                  <a:lnTo>
                    <a:pt x="473887" y="1343228"/>
                  </a:lnTo>
                  <a:lnTo>
                    <a:pt x="493788" y="1345476"/>
                  </a:lnTo>
                  <a:lnTo>
                    <a:pt x="494842" y="1336027"/>
                  </a:lnTo>
                  <a:close/>
                </a:path>
                <a:path w="2866390" h="1362075">
                  <a:moveTo>
                    <a:pt x="558596" y="985177"/>
                  </a:moveTo>
                  <a:lnTo>
                    <a:pt x="558088" y="985177"/>
                  </a:lnTo>
                  <a:lnTo>
                    <a:pt x="532739" y="983195"/>
                  </a:lnTo>
                  <a:lnTo>
                    <a:pt x="520877" y="982065"/>
                  </a:lnTo>
                  <a:lnTo>
                    <a:pt x="520763" y="983195"/>
                  </a:lnTo>
                  <a:lnTo>
                    <a:pt x="519963" y="991527"/>
                  </a:lnTo>
                  <a:lnTo>
                    <a:pt x="531876" y="992670"/>
                  </a:lnTo>
                  <a:lnTo>
                    <a:pt x="558038" y="994702"/>
                  </a:lnTo>
                  <a:lnTo>
                    <a:pt x="558152" y="992670"/>
                  </a:lnTo>
                  <a:lnTo>
                    <a:pt x="558215" y="991527"/>
                  </a:lnTo>
                  <a:lnTo>
                    <a:pt x="558596" y="985177"/>
                  </a:lnTo>
                  <a:close/>
                </a:path>
                <a:path w="2866390" h="1362075">
                  <a:moveTo>
                    <a:pt x="560971" y="1342542"/>
                  </a:moveTo>
                  <a:lnTo>
                    <a:pt x="536549" y="1340358"/>
                  </a:lnTo>
                  <a:lnTo>
                    <a:pt x="523163" y="1339011"/>
                  </a:lnTo>
                  <a:lnTo>
                    <a:pt x="522198" y="1348460"/>
                  </a:lnTo>
                  <a:lnTo>
                    <a:pt x="535622" y="1349819"/>
                  </a:lnTo>
                  <a:lnTo>
                    <a:pt x="560120" y="1352003"/>
                  </a:lnTo>
                  <a:lnTo>
                    <a:pt x="560971" y="1342542"/>
                  </a:lnTo>
                  <a:close/>
                </a:path>
                <a:path w="2866390" h="1362075">
                  <a:moveTo>
                    <a:pt x="624890" y="988148"/>
                  </a:moveTo>
                  <a:lnTo>
                    <a:pt x="622769" y="988148"/>
                  </a:lnTo>
                  <a:lnTo>
                    <a:pt x="609701" y="987793"/>
                  </a:lnTo>
                  <a:lnTo>
                    <a:pt x="586994" y="986840"/>
                  </a:lnTo>
                  <a:lnTo>
                    <a:pt x="586930" y="988148"/>
                  </a:lnTo>
                  <a:lnTo>
                    <a:pt x="586600" y="996340"/>
                  </a:lnTo>
                  <a:lnTo>
                    <a:pt x="609333" y="997292"/>
                  </a:lnTo>
                  <a:lnTo>
                    <a:pt x="622528" y="997661"/>
                  </a:lnTo>
                  <a:lnTo>
                    <a:pt x="624713" y="997661"/>
                  </a:lnTo>
                  <a:lnTo>
                    <a:pt x="624738" y="996340"/>
                  </a:lnTo>
                  <a:lnTo>
                    <a:pt x="624890" y="988148"/>
                  </a:lnTo>
                  <a:close/>
                </a:path>
                <a:path w="2866390" h="1362075">
                  <a:moveTo>
                    <a:pt x="627227" y="1347406"/>
                  </a:moveTo>
                  <a:lnTo>
                    <a:pt x="599706" y="1345615"/>
                  </a:lnTo>
                  <a:lnTo>
                    <a:pt x="589343" y="1344815"/>
                  </a:lnTo>
                  <a:lnTo>
                    <a:pt x="589280" y="1345615"/>
                  </a:lnTo>
                  <a:lnTo>
                    <a:pt x="588619" y="1354289"/>
                  </a:lnTo>
                  <a:lnTo>
                    <a:pt x="599008" y="1355090"/>
                  </a:lnTo>
                  <a:lnTo>
                    <a:pt x="626618" y="1356893"/>
                  </a:lnTo>
                  <a:lnTo>
                    <a:pt x="626732" y="1355090"/>
                  </a:lnTo>
                  <a:lnTo>
                    <a:pt x="626783" y="1354289"/>
                  </a:lnTo>
                  <a:lnTo>
                    <a:pt x="627227" y="1347406"/>
                  </a:lnTo>
                  <a:close/>
                </a:path>
                <a:path w="2866390" h="1362075">
                  <a:moveTo>
                    <a:pt x="692861" y="997559"/>
                  </a:moveTo>
                  <a:lnTo>
                    <a:pt x="691489" y="997559"/>
                  </a:lnTo>
                  <a:lnTo>
                    <a:pt x="691210" y="988072"/>
                  </a:lnTo>
                  <a:lnTo>
                    <a:pt x="675830" y="988377"/>
                  </a:lnTo>
                  <a:lnTo>
                    <a:pt x="653326" y="988377"/>
                  </a:lnTo>
                  <a:lnTo>
                    <a:pt x="653326" y="998016"/>
                  </a:lnTo>
                  <a:lnTo>
                    <a:pt x="662482" y="998016"/>
                  </a:lnTo>
                  <a:lnTo>
                    <a:pt x="692861" y="997559"/>
                  </a:lnTo>
                  <a:close/>
                </a:path>
                <a:path w="2866390" h="1362075">
                  <a:moveTo>
                    <a:pt x="693597" y="1350632"/>
                  </a:moveTo>
                  <a:lnTo>
                    <a:pt x="664464" y="1349451"/>
                  </a:lnTo>
                  <a:lnTo>
                    <a:pt x="655650" y="1348981"/>
                  </a:lnTo>
                  <a:lnTo>
                    <a:pt x="655561" y="1350632"/>
                  </a:lnTo>
                  <a:lnTo>
                    <a:pt x="655154" y="1358468"/>
                  </a:lnTo>
                  <a:lnTo>
                    <a:pt x="663994" y="1358938"/>
                  </a:lnTo>
                  <a:lnTo>
                    <a:pt x="693204" y="1360131"/>
                  </a:lnTo>
                  <a:lnTo>
                    <a:pt x="693267" y="1358468"/>
                  </a:lnTo>
                  <a:lnTo>
                    <a:pt x="693597" y="1350632"/>
                  </a:lnTo>
                  <a:close/>
                </a:path>
                <a:path w="2866390" h="1362075">
                  <a:moveTo>
                    <a:pt x="758151" y="994270"/>
                  </a:moveTo>
                  <a:lnTo>
                    <a:pt x="757491" y="984783"/>
                  </a:lnTo>
                  <a:lnTo>
                    <a:pt x="743737" y="985748"/>
                  </a:lnTo>
                  <a:lnTo>
                    <a:pt x="719632" y="987044"/>
                  </a:lnTo>
                  <a:lnTo>
                    <a:pt x="720090" y="996543"/>
                  </a:lnTo>
                  <a:lnTo>
                    <a:pt x="744321" y="995235"/>
                  </a:lnTo>
                  <a:lnTo>
                    <a:pt x="758151" y="994270"/>
                  </a:lnTo>
                  <a:close/>
                </a:path>
                <a:path w="2866390" h="1362075">
                  <a:moveTo>
                    <a:pt x="760006" y="1352194"/>
                  </a:moveTo>
                  <a:lnTo>
                    <a:pt x="730770" y="1351737"/>
                  </a:lnTo>
                  <a:lnTo>
                    <a:pt x="722045" y="1351483"/>
                  </a:lnTo>
                  <a:lnTo>
                    <a:pt x="722020" y="1352194"/>
                  </a:lnTo>
                  <a:lnTo>
                    <a:pt x="721779" y="1360995"/>
                  </a:lnTo>
                  <a:lnTo>
                    <a:pt x="730529" y="1361236"/>
                  </a:lnTo>
                  <a:lnTo>
                    <a:pt x="759866" y="1361706"/>
                  </a:lnTo>
                  <a:lnTo>
                    <a:pt x="759866" y="1360995"/>
                  </a:lnTo>
                  <a:lnTo>
                    <a:pt x="760006" y="1352194"/>
                  </a:lnTo>
                  <a:close/>
                </a:path>
                <a:path w="2866390" h="1362075">
                  <a:moveTo>
                    <a:pt x="824649" y="987831"/>
                  </a:moveTo>
                  <a:lnTo>
                    <a:pt x="823468" y="978395"/>
                  </a:lnTo>
                  <a:lnTo>
                    <a:pt x="819035" y="978954"/>
                  </a:lnTo>
                  <a:lnTo>
                    <a:pt x="800341" y="981024"/>
                  </a:lnTo>
                  <a:lnTo>
                    <a:pt x="785787" y="982433"/>
                  </a:lnTo>
                  <a:lnTo>
                    <a:pt x="786701" y="991895"/>
                  </a:lnTo>
                  <a:lnTo>
                    <a:pt x="801293" y="990485"/>
                  </a:lnTo>
                  <a:lnTo>
                    <a:pt x="820115" y="988402"/>
                  </a:lnTo>
                  <a:lnTo>
                    <a:pt x="824649" y="987831"/>
                  </a:lnTo>
                  <a:close/>
                </a:path>
                <a:path w="2866390" h="1362075">
                  <a:moveTo>
                    <a:pt x="826541" y="1361592"/>
                  </a:moveTo>
                  <a:lnTo>
                    <a:pt x="826439" y="1352092"/>
                  </a:lnTo>
                  <a:lnTo>
                    <a:pt x="788466" y="1352334"/>
                  </a:lnTo>
                  <a:lnTo>
                    <a:pt x="788441" y="1361846"/>
                  </a:lnTo>
                  <a:lnTo>
                    <a:pt x="801128" y="1361846"/>
                  </a:lnTo>
                  <a:lnTo>
                    <a:pt x="826541" y="1361592"/>
                  </a:lnTo>
                  <a:close/>
                </a:path>
                <a:path w="2866390" h="1362075">
                  <a:moveTo>
                    <a:pt x="890701" y="978306"/>
                  </a:moveTo>
                  <a:lnTo>
                    <a:pt x="889152" y="968921"/>
                  </a:lnTo>
                  <a:lnTo>
                    <a:pt x="874636" y="971308"/>
                  </a:lnTo>
                  <a:lnTo>
                    <a:pt x="856183" y="974090"/>
                  </a:lnTo>
                  <a:lnTo>
                    <a:pt x="851700" y="974712"/>
                  </a:lnTo>
                  <a:lnTo>
                    <a:pt x="852995" y="984123"/>
                  </a:lnTo>
                  <a:lnTo>
                    <a:pt x="857516" y="983500"/>
                  </a:lnTo>
                  <a:lnTo>
                    <a:pt x="876084" y="980706"/>
                  </a:lnTo>
                  <a:lnTo>
                    <a:pt x="890701" y="978306"/>
                  </a:lnTo>
                  <a:close/>
                </a:path>
                <a:path w="2866390" h="1362075">
                  <a:moveTo>
                    <a:pt x="893191" y="1359814"/>
                  </a:moveTo>
                  <a:lnTo>
                    <a:pt x="892848" y="1350314"/>
                  </a:lnTo>
                  <a:lnTo>
                    <a:pt x="867854" y="1351216"/>
                  </a:lnTo>
                  <a:lnTo>
                    <a:pt x="854900" y="1351521"/>
                  </a:lnTo>
                  <a:lnTo>
                    <a:pt x="855116" y="1361020"/>
                  </a:lnTo>
                  <a:lnTo>
                    <a:pt x="868108" y="1360728"/>
                  </a:lnTo>
                  <a:lnTo>
                    <a:pt x="893191" y="1359814"/>
                  </a:lnTo>
                  <a:close/>
                </a:path>
                <a:path w="2866390" h="1362075">
                  <a:moveTo>
                    <a:pt x="956297" y="965733"/>
                  </a:moveTo>
                  <a:lnTo>
                    <a:pt x="954278" y="956437"/>
                  </a:lnTo>
                  <a:lnTo>
                    <a:pt x="947572" y="957897"/>
                  </a:lnTo>
                  <a:lnTo>
                    <a:pt x="929462" y="961580"/>
                  </a:lnTo>
                  <a:lnTo>
                    <a:pt x="917117" y="963930"/>
                  </a:lnTo>
                  <a:lnTo>
                    <a:pt x="918895" y="973277"/>
                  </a:lnTo>
                  <a:lnTo>
                    <a:pt x="931278" y="970915"/>
                  </a:lnTo>
                  <a:lnTo>
                    <a:pt x="949502" y="967206"/>
                  </a:lnTo>
                  <a:lnTo>
                    <a:pt x="956297" y="965733"/>
                  </a:lnTo>
                  <a:close/>
                </a:path>
                <a:path w="2866390" h="1362075">
                  <a:moveTo>
                    <a:pt x="959802" y="1356398"/>
                  </a:moveTo>
                  <a:lnTo>
                    <a:pt x="959167" y="1346911"/>
                  </a:lnTo>
                  <a:lnTo>
                    <a:pt x="927366" y="1348790"/>
                  </a:lnTo>
                  <a:lnTo>
                    <a:pt x="921283" y="1349070"/>
                  </a:lnTo>
                  <a:lnTo>
                    <a:pt x="921740" y="1358569"/>
                  </a:lnTo>
                  <a:lnTo>
                    <a:pt x="927836" y="1358277"/>
                  </a:lnTo>
                  <a:lnTo>
                    <a:pt x="959802" y="1356398"/>
                  </a:lnTo>
                  <a:close/>
                </a:path>
                <a:path w="2866390" h="1362075">
                  <a:moveTo>
                    <a:pt x="1021499" y="950214"/>
                  </a:moveTo>
                  <a:lnTo>
                    <a:pt x="1021181" y="950214"/>
                  </a:lnTo>
                  <a:lnTo>
                    <a:pt x="1018857" y="941082"/>
                  </a:lnTo>
                  <a:lnTo>
                    <a:pt x="1001356" y="945553"/>
                  </a:lnTo>
                  <a:lnTo>
                    <a:pt x="982052" y="950214"/>
                  </a:lnTo>
                  <a:lnTo>
                    <a:pt x="984186" y="959472"/>
                  </a:lnTo>
                  <a:lnTo>
                    <a:pt x="985672" y="959129"/>
                  </a:lnTo>
                  <a:lnTo>
                    <a:pt x="1003617" y="954786"/>
                  </a:lnTo>
                  <a:lnTo>
                    <a:pt x="1021499" y="950214"/>
                  </a:lnTo>
                  <a:close/>
                </a:path>
                <a:path w="2866390" h="1362075">
                  <a:moveTo>
                    <a:pt x="1026287" y="1351280"/>
                  </a:moveTo>
                  <a:lnTo>
                    <a:pt x="1025398" y="1341805"/>
                  </a:lnTo>
                  <a:lnTo>
                    <a:pt x="1023670" y="1341970"/>
                  </a:lnTo>
                  <a:lnTo>
                    <a:pt x="987577" y="1344917"/>
                  </a:lnTo>
                  <a:lnTo>
                    <a:pt x="988301" y="1354391"/>
                  </a:lnTo>
                  <a:lnTo>
                    <a:pt x="1000493" y="1353477"/>
                  </a:lnTo>
                  <a:lnTo>
                    <a:pt x="1026287" y="1351280"/>
                  </a:lnTo>
                  <a:close/>
                </a:path>
                <a:path w="2866390" h="1362075">
                  <a:moveTo>
                    <a:pt x="1085418" y="932002"/>
                  </a:moveTo>
                  <a:lnTo>
                    <a:pt x="1082649" y="922909"/>
                  </a:lnTo>
                  <a:lnTo>
                    <a:pt x="1071791" y="926223"/>
                  </a:lnTo>
                  <a:lnTo>
                    <a:pt x="1054328" y="931354"/>
                  </a:lnTo>
                  <a:lnTo>
                    <a:pt x="1046264" y="933615"/>
                  </a:lnTo>
                  <a:lnTo>
                    <a:pt x="1048842" y="942771"/>
                  </a:lnTo>
                  <a:lnTo>
                    <a:pt x="1056906" y="940498"/>
                  </a:lnTo>
                  <a:lnTo>
                    <a:pt x="1074483" y="935342"/>
                  </a:lnTo>
                  <a:lnTo>
                    <a:pt x="1085418" y="932002"/>
                  </a:lnTo>
                  <a:close/>
                </a:path>
                <a:path w="2866390" h="1362075">
                  <a:moveTo>
                    <a:pt x="1092568" y="1344472"/>
                  </a:moveTo>
                  <a:lnTo>
                    <a:pt x="1091514" y="1335024"/>
                  </a:lnTo>
                  <a:lnTo>
                    <a:pt x="1053731" y="1339100"/>
                  </a:lnTo>
                  <a:lnTo>
                    <a:pt x="1054709" y="1348549"/>
                  </a:lnTo>
                  <a:lnTo>
                    <a:pt x="1092568" y="1344472"/>
                  </a:lnTo>
                  <a:close/>
                </a:path>
                <a:path w="2866390" h="1362075">
                  <a:moveTo>
                    <a:pt x="1148829" y="911072"/>
                  </a:moveTo>
                  <a:lnTo>
                    <a:pt x="1145628" y="902106"/>
                  </a:lnTo>
                  <a:lnTo>
                    <a:pt x="1140739" y="903846"/>
                  </a:lnTo>
                  <a:lnTo>
                    <a:pt x="1123645" y="909713"/>
                  </a:lnTo>
                  <a:lnTo>
                    <a:pt x="1109726" y="914323"/>
                  </a:lnTo>
                  <a:lnTo>
                    <a:pt x="1112710" y="923353"/>
                  </a:lnTo>
                  <a:lnTo>
                    <a:pt x="1126667" y="918730"/>
                  </a:lnTo>
                  <a:lnTo>
                    <a:pt x="1148829" y="911072"/>
                  </a:lnTo>
                  <a:close/>
                </a:path>
                <a:path w="2866390" h="1362075">
                  <a:moveTo>
                    <a:pt x="1158722" y="1336014"/>
                  </a:moveTo>
                  <a:lnTo>
                    <a:pt x="1157401" y="1326591"/>
                  </a:lnTo>
                  <a:lnTo>
                    <a:pt x="1119759" y="1331633"/>
                  </a:lnTo>
                  <a:lnTo>
                    <a:pt x="1120978" y="1341056"/>
                  </a:lnTo>
                  <a:lnTo>
                    <a:pt x="1158722" y="1336014"/>
                  </a:lnTo>
                  <a:close/>
                </a:path>
                <a:path w="2866390" h="1362075">
                  <a:moveTo>
                    <a:pt x="1211275" y="887641"/>
                  </a:moveTo>
                  <a:lnTo>
                    <a:pt x="1207808" y="878789"/>
                  </a:lnTo>
                  <a:lnTo>
                    <a:pt x="1191475" y="885190"/>
                  </a:lnTo>
                  <a:lnTo>
                    <a:pt x="1174661" y="891578"/>
                  </a:lnTo>
                  <a:lnTo>
                    <a:pt x="1172413" y="892403"/>
                  </a:lnTo>
                  <a:lnTo>
                    <a:pt x="1175689" y="901331"/>
                  </a:lnTo>
                  <a:lnTo>
                    <a:pt x="1177975" y="900493"/>
                  </a:lnTo>
                  <a:lnTo>
                    <a:pt x="1194879" y="894067"/>
                  </a:lnTo>
                  <a:lnTo>
                    <a:pt x="1211275" y="887641"/>
                  </a:lnTo>
                  <a:close/>
                </a:path>
                <a:path w="2866390" h="1362075">
                  <a:moveTo>
                    <a:pt x="1224635" y="1325930"/>
                  </a:moveTo>
                  <a:lnTo>
                    <a:pt x="1223073" y="1316545"/>
                  </a:lnTo>
                  <a:lnTo>
                    <a:pt x="1188034" y="1322146"/>
                  </a:lnTo>
                  <a:lnTo>
                    <a:pt x="1185595" y="1322501"/>
                  </a:lnTo>
                  <a:lnTo>
                    <a:pt x="1186992" y="1331912"/>
                  </a:lnTo>
                  <a:lnTo>
                    <a:pt x="1224635" y="1325930"/>
                  </a:lnTo>
                  <a:close/>
                </a:path>
                <a:path w="2866390" h="1362075">
                  <a:moveTo>
                    <a:pt x="1272806" y="861758"/>
                  </a:moveTo>
                  <a:lnTo>
                    <a:pt x="1268971" y="853059"/>
                  </a:lnTo>
                  <a:lnTo>
                    <a:pt x="1257731" y="858012"/>
                  </a:lnTo>
                  <a:lnTo>
                    <a:pt x="1241310" y="865047"/>
                  </a:lnTo>
                  <a:lnTo>
                    <a:pt x="1234122" y="868032"/>
                  </a:lnTo>
                  <a:lnTo>
                    <a:pt x="1237780" y="876820"/>
                  </a:lnTo>
                  <a:lnTo>
                    <a:pt x="1244993" y="873810"/>
                  </a:lnTo>
                  <a:lnTo>
                    <a:pt x="1261491" y="866749"/>
                  </a:lnTo>
                  <a:lnTo>
                    <a:pt x="1272806" y="861758"/>
                  </a:lnTo>
                  <a:close/>
                </a:path>
                <a:path w="2866390" h="1362075">
                  <a:moveTo>
                    <a:pt x="1290269" y="1314246"/>
                  </a:moveTo>
                  <a:lnTo>
                    <a:pt x="1288491" y="1304912"/>
                  </a:lnTo>
                  <a:lnTo>
                    <a:pt x="1256779" y="1310779"/>
                  </a:lnTo>
                  <a:lnTo>
                    <a:pt x="1251153" y="1311757"/>
                  </a:lnTo>
                  <a:lnTo>
                    <a:pt x="1252791" y="1321130"/>
                  </a:lnTo>
                  <a:lnTo>
                    <a:pt x="1258430" y="1320152"/>
                  </a:lnTo>
                  <a:lnTo>
                    <a:pt x="1290269" y="1314246"/>
                  </a:lnTo>
                  <a:close/>
                </a:path>
                <a:path w="2866390" h="1362075">
                  <a:moveTo>
                    <a:pt x="1333334" y="833640"/>
                  </a:moveTo>
                  <a:lnTo>
                    <a:pt x="1329169" y="825093"/>
                  </a:lnTo>
                  <a:lnTo>
                    <a:pt x="1322362" y="828408"/>
                  </a:lnTo>
                  <a:lnTo>
                    <a:pt x="1306360" y="836028"/>
                  </a:lnTo>
                  <a:lnTo>
                    <a:pt x="1294879" y="841349"/>
                  </a:lnTo>
                  <a:lnTo>
                    <a:pt x="1298879" y="849972"/>
                  </a:lnTo>
                  <a:lnTo>
                    <a:pt x="1310386" y="844638"/>
                  </a:lnTo>
                  <a:lnTo>
                    <a:pt x="1326476" y="836993"/>
                  </a:lnTo>
                  <a:lnTo>
                    <a:pt x="1333334" y="833640"/>
                  </a:lnTo>
                  <a:close/>
                </a:path>
                <a:path w="2866390" h="1362075">
                  <a:moveTo>
                    <a:pt x="1355610" y="1301000"/>
                  </a:moveTo>
                  <a:lnTo>
                    <a:pt x="1353591" y="1291704"/>
                  </a:lnTo>
                  <a:lnTo>
                    <a:pt x="1324470" y="1297838"/>
                  </a:lnTo>
                  <a:lnTo>
                    <a:pt x="1316443" y="1299438"/>
                  </a:lnTo>
                  <a:lnTo>
                    <a:pt x="1318298" y="1308760"/>
                  </a:lnTo>
                  <a:lnTo>
                    <a:pt x="1326362" y="1307147"/>
                  </a:lnTo>
                  <a:lnTo>
                    <a:pt x="1355610" y="1301000"/>
                  </a:lnTo>
                  <a:close/>
                </a:path>
                <a:path w="2866390" h="1362075">
                  <a:moveTo>
                    <a:pt x="1392770" y="803363"/>
                  </a:moveTo>
                  <a:lnTo>
                    <a:pt x="1388325" y="794956"/>
                  </a:lnTo>
                  <a:lnTo>
                    <a:pt x="1369758" y="804760"/>
                  </a:lnTo>
                  <a:lnTo>
                    <a:pt x="1354645" y="812482"/>
                  </a:lnTo>
                  <a:lnTo>
                    <a:pt x="1358976" y="820953"/>
                  </a:lnTo>
                  <a:lnTo>
                    <a:pt x="1374114" y="813219"/>
                  </a:lnTo>
                  <a:lnTo>
                    <a:pt x="1392770" y="803363"/>
                  </a:lnTo>
                  <a:close/>
                </a:path>
                <a:path w="2866390" h="1362075">
                  <a:moveTo>
                    <a:pt x="1420622" y="1286192"/>
                  </a:moveTo>
                  <a:lnTo>
                    <a:pt x="1418374" y="1276946"/>
                  </a:lnTo>
                  <a:lnTo>
                    <a:pt x="1391094" y="1283373"/>
                  </a:lnTo>
                  <a:lnTo>
                    <a:pt x="1381404" y="1285557"/>
                  </a:lnTo>
                  <a:lnTo>
                    <a:pt x="1383499" y="1294841"/>
                  </a:lnTo>
                  <a:lnTo>
                    <a:pt x="1420622" y="1286192"/>
                  </a:lnTo>
                  <a:close/>
                </a:path>
                <a:path w="2866390" h="1362075">
                  <a:moveTo>
                    <a:pt x="1451178" y="771131"/>
                  </a:moveTo>
                  <a:lnTo>
                    <a:pt x="1446453" y="762889"/>
                  </a:lnTo>
                  <a:lnTo>
                    <a:pt x="1431493" y="771474"/>
                  </a:lnTo>
                  <a:lnTo>
                    <a:pt x="1413357" y="781456"/>
                  </a:lnTo>
                  <a:lnTo>
                    <a:pt x="1417942" y="789787"/>
                  </a:lnTo>
                  <a:lnTo>
                    <a:pt x="1436116" y="779780"/>
                  </a:lnTo>
                  <a:lnTo>
                    <a:pt x="1451178" y="771131"/>
                  </a:lnTo>
                  <a:close/>
                </a:path>
                <a:path w="2866390" h="1362075">
                  <a:moveTo>
                    <a:pt x="1485252" y="1269860"/>
                  </a:moveTo>
                  <a:lnTo>
                    <a:pt x="1482801" y="1260678"/>
                  </a:lnTo>
                  <a:lnTo>
                    <a:pt x="1446034" y="1270152"/>
                  </a:lnTo>
                  <a:lnTo>
                    <a:pt x="1448346" y="1279372"/>
                  </a:lnTo>
                  <a:lnTo>
                    <a:pt x="1458937" y="1276718"/>
                  </a:lnTo>
                  <a:lnTo>
                    <a:pt x="1485252" y="1269860"/>
                  </a:lnTo>
                  <a:close/>
                </a:path>
                <a:path w="2866390" h="1362075">
                  <a:moveTo>
                    <a:pt x="1508518" y="737031"/>
                  </a:moveTo>
                  <a:lnTo>
                    <a:pt x="1503514" y="728954"/>
                  </a:lnTo>
                  <a:lnTo>
                    <a:pt x="1491462" y="736409"/>
                  </a:lnTo>
                  <a:lnTo>
                    <a:pt x="1471028" y="748576"/>
                  </a:lnTo>
                  <a:lnTo>
                    <a:pt x="1475905" y="756742"/>
                  </a:lnTo>
                  <a:lnTo>
                    <a:pt x="1496364" y="744550"/>
                  </a:lnTo>
                  <a:lnTo>
                    <a:pt x="1508518" y="737031"/>
                  </a:lnTo>
                  <a:close/>
                </a:path>
                <a:path w="2866390" h="1362075">
                  <a:moveTo>
                    <a:pt x="1549488" y="1252054"/>
                  </a:moveTo>
                  <a:lnTo>
                    <a:pt x="1546821" y="1242923"/>
                  </a:lnTo>
                  <a:lnTo>
                    <a:pt x="1510296" y="1253236"/>
                  </a:lnTo>
                  <a:lnTo>
                    <a:pt x="1510334" y="1253413"/>
                  </a:lnTo>
                  <a:lnTo>
                    <a:pt x="1512824" y="1262405"/>
                  </a:lnTo>
                  <a:lnTo>
                    <a:pt x="1523530" y="1259459"/>
                  </a:lnTo>
                  <a:lnTo>
                    <a:pt x="1549488" y="1252054"/>
                  </a:lnTo>
                  <a:close/>
                </a:path>
                <a:path w="2866390" h="1362075">
                  <a:moveTo>
                    <a:pt x="1564754" y="701179"/>
                  </a:moveTo>
                  <a:lnTo>
                    <a:pt x="1559509" y="693254"/>
                  </a:lnTo>
                  <a:lnTo>
                    <a:pt x="1549654" y="699782"/>
                  </a:lnTo>
                  <a:lnTo>
                    <a:pt x="1527644" y="713879"/>
                  </a:lnTo>
                  <a:lnTo>
                    <a:pt x="1532775" y="721880"/>
                  </a:lnTo>
                  <a:lnTo>
                    <a:pt x="1554810" y="707771"/>
                  </a:lnTo>
                  <a:lnTo>
                    <a:pt x="1564754" y="701179"/>
                  </a:lnTo>
                  <a:close/>
                </a:path>
                <a:path w="2866390" h="1362075">
                  <a:moveTo>
                    <a:pt x="1613306" y="1232776"/>
                  </a:moveTo>
                  <a:lnTo>
                    <a:pt x="1610436" y="1223708"/>
                  </a:lnTo>
                  <a:lnTo>
                    <a:pt x="1605051" y="1225423"/>
                  </a:lnTo>
                  <a:lnTo>
                    <a:pt x="1574152" y="1234859"/>
                  </a:lnTo>
                  <a:lnTo>
                    <a:pt x="1576882" y="1243965"/>
                  </a:lnTo>
                  <a:lnTo>
                    <a:pt x="1586979" y="1240942"/>
                  </a:lnTo>
                  <a:lnTo>
                    <a:pt x="1613306" y="1232776"/>
                  </a:lnTo>
                  <a:close/>
                </a:path>
                <a:path w="2866390" h="1362075">
                  <a:moveTo>
                    <a:pt x="1619910" y="663676"/>
                  </a:moveTo>
                  <a:lnTo>
                    <a:pt x="1614424" y="655904"/>
                  </a:lnTo>
                  <a:lnTo>
                    <a:pt x="1606003" y="661847"/>
                  </a:lnTo>
                  <a:lnTo>
                    <a:pt x="1583182" y="677468"/>
                  </a:lnTo>
                  <a:lnTo>
                    <a:pt x="1588554" y="685317"/>
                  </a:lnTo>
                  <a:lnTo>
                    <a:pt x="1611401" y="669683"/>
                  </a:lnTo>
                  <a:lnTo>
                    <a:pt x="1619910" y="663676"/>
                  </a:lnTo>
                  <a:close/>
                </a:path>
                <a:path w="2866390" h="1362075">
                  <a:moveTo>
                    <a:pt x="1673961" y="624624"/>
                  </a:moveTo>
                  <a:lnTo>
                    <a:pt x="1668259" y="617004"/>
                  </a:lnTo>
                  <a:lnTo>
                    <a:pt x="1660486" y="622820"/>
                  </a:lnTo>
                  <a:lnTo>
                    <a:pt x="1637639" y="639445"/>
                  </a:lnTo>
                  <a:lnTo>
                    <a:pt x="1643227" y="647128"/>
                  </a:lnTo>
                  <a:lnTo>
                    <a:pt x="1666100" y="630491"/>
                  </a:lnTo>
                  <a:lnTo>
                    <a:pt x="1673961" y="624624"/>
                  </a:lnTo>
                  <a:close/>
                </a:path>
                <a:path w="2866390" h="1362075">
                  <a:moveTo>
                    <a:pt x="1676666" y="1212088"/>
                  </a:moveTo>
                  <a:lnTo>
                    <a:pt x="1673606" y="1203083"/>
                  </a:lnTo>
                  <a:lnTo>
                    <a:pt x="1646669" y="1212088"/>
                  </a:lnTo>
                  <a:lnTo>
                    <a:pt x="1637576" y="1215034"/>
                  </a:lnTo>
                  <a:lnTo>
                    <a:pt x="1640509" y="1224076"/>
                  </a:lnTo>
                  <a:lnTo>
                    <a:pt x="1649234" y="1221257"/>
                  </a:lnTo>
                  <a:lnTo>
                    <a:pt x="1676666" y="1212088"/>
                  </a:lnTo>
                  <a:close/>
                </a:path>
                <a:path w="2866390" h="1362075">
                  <a:moveTo>
                    <a:pt x="1726920" y="584098"/>
                  </a:moveTo>
                  <a:lnTo>
                    <a:pt x="1721015" y="576643"/>
                  </a:lnTo>
                  <a:lnTo>
                    <a:pt x="1713039" y="582942"/>
                  </a:lnTo>
                  <a:lnTo>
                    <a:pt x="1691005" y="599897"/>
                  </a:lnTo>
                  <a:lnTo>
                    <a:pt x="1696808" y="607441"/>
                  </a:lnTo>
                  <a:lnTo>
                    <a:pt x="1718856" y="590461"/>
                  </a:lnTo>
                  <a:lnTo>
                    <a:pt x="1726920" y="584098"/>
                  </a:lnTo>
                  <a:close/>
                </a:path>
                <a:path w="2866390" h="1362075">
                  <a:moveTo>
                    <a:pt x="1739531" y="1189964"/>
                  </a:moveTo>
                  <a:lnTo>
                    <a:pt x="1736305" y="1181023"/>
                  </a:lnTo>
                  <a:lnTo>
                    <a:pt x="1707146" y="1191514"/>
                  </a:lnTo>
                  <a:lnTo>
                    <a:pt x="1700542" y="1193812"/>
                  </a:lnTo>
                  <a:lnTo>
                    <a:pt x="1703666" y="1202791"/>
                  </a:lnTo>
                  <a:lnTo>
                    <a:pt x="1710296" y="1200492"/>
                  </a:lnTo>
                  <a:lnTo>
                    <a:pt x="1739531" y="1189964"/>
                  </a:lnTo>
                  <a:close/>
                </a:path>
                <a:path w="2866390" h="1362075">
                  <a:moveTo>
                    <a:pt x="1778787" y="542213"/>
                  </a:moveTo>
                  <a:lnTo>
                    <a:pt x="1772704" y="534898"/>
                  </a:lnTo>
                  <a:lnTo>
                    <a:pt x="1763623" y="542442"/>
                  </a:lnTo>
                  <a:lnTo>
                    <a:pt x="1743303" y="558927"/>
                  </a:lnTo>
                  <a:lnTo>
                    <a:pt x="1749298" y="566318"/>
                  </a:lnTo>
                  <a:lnTo>
                    <a:pt x="1769643" y="549808"/>
                  </a:lnTo>
                  <a:lnTo>
                    <a:pt x="1778787" y="542213"/>
                  </a:lnTo>
                  <a:close/>
                </a:path>
                <a:path w="2866390" h="1362075">
                  <a:moveTo>
                    <a:pt x="1801952" y="1166507"/>
                  </a:moveTo>
                  <a:lnTo>
                    <a:pt x="1798485" y="1157655"/>
                  </a:lnTo>
                  <a:lnTo>
                    <a:pt x="1786394" y="1162380"/>
                  </a:lnTo>
                  <a:lnTo>
                    <a:pt x="1763001" y="1171168"/>
                  </a:lnTo>
                  <a:lnTo>
                    <a:pt x="1766341" y="1180071"/>
                  </a:lnTo>
                  <a:lnTo>
                    <a:pt x="1790026" y="1171168"/>
                  </a:lnTo>
                  <a:lnTo>
                    <a:pt x="1801952" y="1166507"/>
                  </a:lnTo>
                  <a:close/>
                </a:path>
                <a:path w="2866390" h="1362075">
                  <a:moveTo>
                    <a:pt x="1829562" y="499021"/>
                  </a:moveTo>
                  <a:lnTo>
                    <a:pt x="1823313" y="491858"/>
                  </a:lnTo>
                  <a:lnTo>
                    <a:pt x="1812201" y="501561"/>
                  </a:lnTo>
                  <a:lnTo>
                    <a:pt x="1794522" y="516623"/>
                  </a:lnTo>
                  <a:lnTo>
                    <a:pt x="1800694" y="523849"/>
                  </a:lnTo>
                  <a:lnTo>
                    <a:pt x="1818386" y="508774"/>
                  </a:lnTo>
                  <a:lnTo>
                    <a:pt x="1829562" y="499021"/>
                  </a:lnTo>
                  <a:close/>
                </a:path>
                <a:path w="2866390" h="1362075">
                  <a:moveTo>
                    <a:pt x="1863813" y="1141793"/>
                  </a:moveTo>
                  <a:lnTo>
                    <a:pt x="1860232" y="1132979"/>
                  </a:lnTo>
                  <a:lnTo>
                    <a:pt x="1825053" y="1147267"/>
                  </a:lnTo>
                  <a:lnTo>
                    <a:pt x="1828495" y="1156068"/>
                  </a:lnTo>
                  <a:lnTo>
                    <a:pt x="1828673" y="1156068"/>
                  </a:lnTo>
                  <a:lnTo>
                    <a:pt x="1863813" y="1141793"/>
                  </a:lnTo>
                  <a:close/>
                </a:path>
                <a:path w="2866390" h="1362075">
                  <a:moveTo>
                    <a:pt x="1879282" y="454609"/>
                  </a:moveTo>
                  <a:lnTo>
                    <a:pt x="1872869" y="447586"/>
                  </a:lnTo>
                  <a:lnTo>
                    <a:pt x="1858708" y="460514"/>
                  </a:lnTo>
                  <a:lnTo>
                    <a:pt x="1844675" y="473036"/>
                  </a:lnTo>
                  <a:lnTo>
                    <a:pt x="1851012" y="480123"/>
                  </a:lnTo>
                  <a:lnTo>
                    <a:pt x="1865058" y="467588"/>
                  </a:lnTo>
                  <a:lnTo>
                    <a:pt x="1879282" y="454609"/>
                  </a:lnTo>
                  <a:close/>
                </a:path>
                <a:path w="2866390" h="1362075">
                  <a:moveTo>
                    <a:pt x="1925154" y="1115682"/>
                  </a:moveTo>
                  <a:lnTo>
                    <a:pt x="1921357" y="1106970"/>
                  </a:lnTo>
                  <a:lnTo>
                    <a:pt x="1901037" y="1115834"/>
                  </a:lnTo>
                  <a:lnTo>
                    <a:pt x="1886483" y="1121968"/>
                  </a:lnTo>
                  <a:lnTo>
                    <a:pt x="1890166" y="1130731"/>
                  </a:lnTo>
                  <a:lnTo>
                    <a:pt x="1904746" y="1124585"/>
                  </a:lnTo>
                  <a:lnTo>
                    <a:pt x="1925154" y="1115682"/>
                  </a:lnTo>
                  <a:close/>
                </a:path>
                <a:path w="2866390" h="1362075">
                  <a:moveTo>
                    <a:pt x="1927923" y="409028"/>
                  </a:moveTo>
                  <a:lnTo>
                    <a:pt x="1921357" y="402145"/>
                  </a:lnTo>
                  <a:lnTo>
                    <a:pt x="1903107" y="419544"/>
                  </a:lnTo>
                  <a:lnTo>
                    <a:pt x="1893773" y="428256"/>
                  </a:lnTo>
                  <a:lnTo>
                    <a:pt x="1900250" y="435203"/>
                  </a:lnTo>
                  <a:lnTo>
                    <a:pt x="1909610" y="426478"/>
                  </a:lnTo>
                  <a:lnTo>
                    <a:pt x="1927923" y="409028"/>
                  </a:lnTo>
                  <a:close/>
                </a:path>
                <a:path w="2866390" h="1362075">
                  <a:moveTo>
                    <a:pt x="1975497" y="362292"/>
                  </a:moveTo>
                  <a:lnTo>
                    <a:pt x="1968741" y="355612"/>
                  </a:lnTo>
                  <a:lnTo>
                    <a:pt x="1965642" y="358749"/>
                  </a:lnTo>
                  <a:lnTo>
                    <a:pt x="1945347" y="378891"/>
                  </a:lnTo>
                  <a:lnTo>
                    <a:pt x="1941804" y="382333"/>
                  </a:lnTo>
                  <a:lnTo>
                    <a:pt x="1948434" y="389140"/>
                  </a:lnTo>
                  <a:lnTo>
                    <a:pt x="1951990" y="385686"/>
                  </a:lnTo>
                  <a:lnTo>
                    <a:pt x="1972360" y="365480"/>
                  </a:lnTo>
                  <a:lnTo>
                    <a:pt x="1975497" y="362292"/>
                  </a:lnTo>
                  <a:close/>
                </a:path>
                <a:path w="2866390" h="1362075">
                  <a:moveTo>
                    <a:pt x="1985975" y="1088364"/>
                  </a:moveTo>
                  <a:lnTo>
                    <a:pt x="1981962" y="1079741"/>
                  </a:lnTo>
                  <a:lnTo>
                    <a:pt x="1974557" y="1083195"/>
                  </a:lnTo>
                  <a:lnTo>
                    <a:pt x="1947392" y="1095463"/>
                  </a:lnTo>
                  <a:lnTo>
                    <a:pt x="1951304" y="1104125"/>
                  </a:lnTo>
                  <a:lnTo>
                    <a:pt x="1978494" y="1091844"/>
                  </a:lnTo>
                  <a:lnTo>
                    <a:pt x="1985975" y="1088364"/>
                  </a:lnTo>
                  <a:close/>
                </a:path>
                <a:path w="2866390" h="1362075">
                  <a:moveTo>
                    <a:pt x="2021954" y="314515"/>
                  </a:moveTo>
                  <a:lnTo>
                    <a:pt x="2015070" y="307962"/>
                  </a:lnTo>
                  <a:lnTo>
                    <a:pt x="2004568" y="318985"/>
                  </a:lnTo>
                  <a:lnTo>
                    <a:pt x="1988731" y="335330"/>
                  </a:lnTo>
                  <a:lnTo>
                    <a:pt x="1995551" y="341947"/>
                  </a:lnTo>
                  <a:lnTo>
                    <a:pt x="2011413" y="325589"/>
                  </a:lnTo>
                  <a:lnTo>
                    <a:pt x="2021954" y="314515"/>
                  </a:lnTo>
                  <a:close/>
                </a:path>
                <a:path w="2866390" h="1362075">
                  <a:moveTo>
                    <a:pt x="2046173" y="1059827"/>
                  </a:moveTo>
                  <a:lnTo>
                    <a:pt x="2042045" y="1051267"/>
                  </a:lnTo>
                  <a:lnTo>
                    <a:pt x="2010435" y="1066469"/>
                  </a:lnTo>
                  <a:lnTo>
                    <a:pt x="2007819" y="1067689"/>
                  </a:lnTo>
                  <a:lnTo>
                    <a:pt x="2011832" y="1076312"/>
                  </a:lnTo>
                  <a:lnTo>
                    <a:pt x="2014474" y="1075080"/>
                  </a:lnTo>
                  <a:lnTo>
                    <a:pt x="2046173" y="1059827"/>
                  </a:lnTo>
                  <a:close/>
                </a:path>
                <a:path w="2866390" h="1362075">
                  <a:moveTo>
                    <a:pt x="2067369" y="265671"/>
                  </a:moveTo>
                  <a:lnTo>
                    <a:pt x="2060308" y="259308"/>
                  </a:lnTo>
                  <a:lnTo>
                    <a:pt x="2058695" y="261099"/>
                  </a:lnTo>
                  <a:lnTo>
                    <a:pt x="2041232" y="280123"/>
                  </a:lnTo>
                  <a:lnTo>
                    <a:pt x="2034590" y="287223"/>
                  </a:lnTo>
                  <a:lnTo>
                    <a:pt x="2041537" y="293712"/>
                  </a:lnTo>
                  <a:lnTo>
                    <a:pt x="2048192" y="286600"/>
                  </a:lnTo>
                  <a:lnTo>
                    <a:pt x="2065705" y="267512"/>
                  </a:lnTo>
                  <a:lnTo>
                    <a:pt x="2067369" y="265671"/>
                  </a:lnTo>
                  <a:close/>
                </a:path>
                <a:path w="2866390" h="1362075">
                  <a:moveTo>
                    <a:pt x="2105799" y="1030020"/>
                  </a:moveTo>
                  <a:lnTo>
                    <a:pt x="2101481" y="1021549"/>
                  </a:lnTo>
                  <a:lnTo>
                    <a:pt x="2080361" y="1032332"/>
                  </a:lnTo>
                  <a:lnTo>
                    <a:pt x="2067585" y="1038669"/>
                  </a:lnTo>
                  <a:lnTo>
                    <a:pt x="2071801" y="1047178"/>
                  </a:lnTo>
                  <a:lnTo>
                    <a:pt x="2084603" y="1040841"/>
                  </a:lnTo>
                  <a:lnTo>
                    <a:pt x="2105799" y="1030020"/>
                  </a:lnTo>
                  <a:close/>
                </a:path>
                <a:path w="2866390" h="1362075">
                  <a:moveTo>
                    <a:pt x="2111591" y="215836"/>
                  </a:moveTo>
                  <a:lnTo>
                    <a:pt x="2104415" y="209588"/>
                  </a:lnTo>
                  <a:lnTo>
                    <a:pt x="2091855" y="224015"/>
                  </a:lnTo>
                  <a:lnTo>
                    <a:pt x="2079345" y="238125"/>
                  </a:lnTo>
                  <a:lnTo>
                    <a:pt x="2086457" y="244436"/>
                  </a:lnTo>
                  <a:lnTo>
                    <a:pt x="2098979" y="230301"/>
                  </a:lnTo>
                  <a:lnTo>
                    <a:pt x="2111591" y="215836"/>
                  </a:lnTo>
                  <a:close/>
                </a:path>
                <a:path w="2866390" h="1362075">
                  <a:moveTo>
                    <a:pt x="2154656" y="164947"/>
                  </a:moveTo>
                  <a:lnTo>
                    <a:pt x="2147341" y="158877"/>
                  </a:lnTo>
                  <a:lnTo>
                    <a:pt x="2137118" y="171208"/>
                  </a:lnTo>
                  <a:lnTo>
                    <a:pt x="2122957" y="188010"/>
                  </a:lnTo>
                  <a:lnTo>
                    <a:pt x="2130221" y="194132"/>
                  </a:lnTo>
                  <a:lnTo>
                    <a:pt x="2144395" y="177330"/>
                  </a:lnTo>
                  <a:lnTo>
                    <a:pt x="2154656" y="164947"/>
                  </a:lnTo>
                  <a:close/>
                </a:path>
                <a:path w="2866390" h="1362075">
                  <a:moveTo>
                    <a:pt x="2164842" y="999070"/>
                  </a:moveTo>
                  <a:lnTo>
                    <a:pt x="2160333" y="990701"/>
                  </a:lnTo>
                  <a:lnTo>
                    <a:pt x="2147824" y="997445"/>
                  </a:lnTo>
                  <a:lnTo>
                    <a:pt x="2126767" y="1008481"/>
                  </a:lnTo>
                  <a:lnTo>
                    <a:pt x="2131187" y="1016901"/>
                  </a:lnTo>
                  <a:lnTo>
                    <a:pt x="2152256" y="1005852"/>
                  </a:lnTo>
                  <a:lnTo>
                    <a:pt x="2164842" y="999070"/>
                  </a:lnTo>
                  <a:close/>
                </a:path>
                <a:path w="2866390" h="1362075">
                  <a:moveTo>
                    <a:pt x="2196427" y="112953"/>
                  </a:moveTo>
                  <a:lnTo>
                    <a:pt x="2188946" y="107099"/>
                  </a:lnTo>
                  <a:lnTo>
                    <a:pt x="2176856" y="122516"/>
                  </a:lnTo>
                  <a:lnTo>
                    <a:pt x="2165299" y="136791"/>
                  </a:lnTo>
                  <a:lnTo>
                    <a:pt x="2172690" y="142773"/>
                  </a:lnTo>
                  <a:lnTo>
                    <a:pt x="2184273" y="128460"/>
                  </a:lnTo>
                  <a:lnTo>
                    <a:pt x="2196427" y="112953"/>
                  </a:lnTo>
                  <a:close/>
                </a:path>
                <a:path w="2866390" h="1362075">
                  <a:moveTo>
                    <a:pt x="2223262" y="966978"/>
                  </a:moveTo>
                  <a:lnTo>
                    <a:pt x="2218575" y="958710"/>
                  </a:lnTo>
                  <a:lnTo>
                    <a:pt x="2212746" y="962012"/>
                  </a:lnTo>
                  <a:lnTo>
                    <a:pt x="2185365" y="977150"/>
                  </a:lnTo>
                  <a:lnTo>
                    <a:pt x="2189975" y="985469"/>
                  </a:lnTo>
                  <a:lnTo>
                    <a:pt x="2217369" y="970318"/>
                  </a:lnTo>
                  <a:lnTo>
                    <a:pt x="2223262" y="966978"/>
                  </a:lnTo>
                  <a:close/>
                </a:path>
                <a:path w="2866390" h="1362075">
                  <a:moveTo>
                    <a:pt x="2236800" y="59855"/>
                  </a:moveTo>
                  <a:lnTo>
                    <a:pt x="2229129" y="54229"/>
                  </a:lnTo>
                  <a:lnTo>
                    <a:pt x="2220976" y="65341"/>
                  </a:lnTo>
                  <a:lnTo>
                    <a:pt x="2206371" y="84607"/>
                  </a:lnTo>
                  <a:lnTo>
                    <a:pt x="2213940" y="90347"/>
                  </a:lnTo>
                  <a:lnTo>
                    <a:pt x="2228570" y="71056"/>
                  </a:lnTo>
                  <a:lnTo>
                    <a:pt x="2236800" y="59855"/>
                  </a:lnTo>
                  <a:close/>
                </a:path>
                <a:path w="2866390" h="1362075">
                  <a:moveTo>
                    <a:pt x="2275268" y="5359"/>
                  </a:moveTo>
                  <a:lnTo>
                    <a:pt x="2267420" y="0"/>
                  </a:lnTo>
                  <a:lnTo>
                    <a:pt x="2254631" y="18745"/>
                  </a:lnTo>
                  <a:lnTo>
                    <a:pt x="2245804" y="31191"/>
                  </a:lnTo>
                  <a:lnTo>
                    <a:pt x="2253564" y="36690"/>
                  </a:lnTo>
                  <a:lnTo>
                    <a:pt x="2262416" y="24206"/>
                  </a:lnTo>
                  <a:lnTo>
                    <a:pt x="2275268" y="5359"/>
                  </a:lnTo>
                  <a:close/>
                </a:path>
                <a:path w="2866390" h="1362075">
                  <a:moveTo>
                    <a:pt x="2281047" y="933754"/>
                  </a:moveTo>
                  <a:lnTo>
                    <a:pt x="2276195" y="925588"/>
                  </a:lnTo>
                  <a:lnTo>
                    <a:pt x="2243391" y="944638"/>
                  </a:lnTo>
                  <a:lnTo>
                    <a:pt x="2248077" y="952906"/>
                  </a:lnTo>
                  <a:lnTo>
                    <a:pt x="2248954" y="952423"/>
                  </a:lnTo>
                  <a:lnTo>
                    <a:pt x="2279878" y="934453"/>
                  </a:lnTo>
                  <a:lnTo>
                    <a:pt x="2281047" y="933754"/>
                  </a:lnTo>
                  <a:close/>
                </a:path>
                <a:path w="2866390" h="1362075">
                  <a:moveTo>
                    <a:pt x="2338120" y="899426"/>
                  </a:moveTo>
                  <a:lnTo>
                    <a:pt x="2333180" y="891311"/>
                  </a:lnTo>
                  <a:lnTo>
                    <a:pt x="2305253" y="908304"/>
                  </a:lnTo>
                  <a:lnTo>
                    <a:pt x="2300706" y="911009"/>
                  </a:lnTo>
                  <a:lnTo>
                    <a:pt x="2305570" y="919175"/>
                  </a:lnTo>
                  <a:lnTo>
                    <a:pt x="2310142" y="916457"/>
                  </a:lnTo>
                  <a:lnTo>
                    <a:pt x="2338120" y="899426"/>
                  </a:lnTo>
                  <a:close/>
                </a:path>
                <a:path w="2866390" h="1362075">
                  <a:moveTo>
                    <a:pt x="2394559" y="863981"/>
                  </a:moveTo>
                  <a:lnTo>
                    <a:pt x="2389467" y="855954"/>
                  </a:lnTo>
                  <a:lnTo>
                    <a:pt x="2363597" y="872413"/>
                  </a:lnTo>
                  <a:lnTo>
                    <a:pt x="2357374" y="876274"/>
                  </a:lnTo>
                  <a:lnTo>
                    <a:pt x="2362390" y="884351"/>
                  </a:lnTo>
                  <a:lnTo>
                    <a:pt x="2368639" y="880465"/>
                  </a:lnTo>
                  <a:lnTo>
                    <a:pt x="2394559" y="863981"/>
                  </a:lnTo>
                  <a:close/>
                </a:path>
                <a:path w="2866390" h="1362075">
                  <a:moveTo>
                    <a:pt x="2450312" y="827468"/>
                  </a:moveTo>
                  <a:lnTo>
                    <a:pt x="2445067" y="819543"/>
                  </a:lnTo>
                  <a:lnTo>
                    <a:pt x="2419197" y="836688"/>
                  </a:lnTo>
                  <a:lnTo>
                    <a:pt x="2413368" y="840473"/>
                  </a:lnTo>
                  <a:lnTo>
                    <a:pt x="2418537" y="848448"/>
                  </a:lnTo>
                  <a:lnTo>
                    <a:pt x="2424392" y="844651"/>
                  </a:lnTo>
                  <a:lnTo>
                    <a:pt x="2450312" y="827468"/>
                  </a:lnTo>
                  <a:close/>
                </a:path>
                <a:path w="2866390" h="1362075">
                  <a:moveTo>
                    <a:pt x="2505367" y="789838"/>
                  </a:moveTo>
                  <a:lnTo>
                    <a:pt x="2499906" y="782053"/>
                  </a:lnTo>
                  <a:lnTo>
                    <a:pt x="2497328" y="783869"/>
                  </a:lnTo>
                  <a:lnTo>
                    <a:pt x="2468664" y="803592"/>
                  </a:lnTo>
                  <a:lnTo>
                    <a:pt x="2473985" y="811466"/>
                  </a:lnTo>
                  <a:lnTo>
                    <a:pt x="2477338" y="809205"/>
                  </a:lnTo>
                  <a:lnTo>
                    <a:pt x="2502751" y="791679"/>
                  </a:lnTo>
                  <a:lnTo>
                    <a:pt x="2505367" y="789838"/>
                  </a:lnTo>
                  <a:close/>
                </a:path>
                <a:path w="2866390" h="1362075">
                  <a:moveTo>
                    <a:pt x="2559634" y="751154"/>
                  </a:moveTo>
                  <a:lnTo>
                    <a:pt x="2554033" y="743483"/>
                  </a:lnTo>
                  <a:lnTo>
                    <a:pt x="2545829" y="749465"/>
                  </a:lnTo>
                  <a:lnTo>
                    <a:pt x="2523198" y="765670"/>
                  </a:lnTo>
                  <a:lnTo>
                    <a:pt x="2528735" y="773404"/>
                  </a:lnTo>
                  <a:lnTo>
                    <a:pt x="2551379" y="757174"/>
                  </a:lnTo>
                  <a:lnTo>
                    <a:pt x="2559634" y="751154"/>
                  </a:lnTo>
                  <a:close/>
                </a:path>
                <a:path w="2866390" h="1362075">
                  <a:moveTo>
                    <a:pt x="2613126" y="711428"/>
                  </a:moveTo>
                  <a:lnTo>
                    <a:pt x="2607399" y="703834"/>
                  </a:lnTo>
                  <a:lnTo>
                    <a:pt x="2591384" y="715937"/>
                  </a:lnTo>
                  <a:lnTo>
                    <a:pt x="2576995" y="726630"/>
                  </a:lnTo>
                  <a:lnTo>
                    <a:pt x="2582659" y="734263"/>
                  </a:lnTo>
                  <a:lnTo>
                    <a:pt x="2597073" y="723557"/>
                  </a:lnTo>
                  <a:lnTo>
                    <a:pt x="2613126" y="711428"/>
                  </a:lnTo>
                  <a:close/>
                </a:path>
                <a:path w="2866390" h="1362075">
                  <a:moveTo>
                    <a:pt x="2665806" y="670560"/>
                  </a:moveTo>
                  <a:lnTo>
                    <a:pt x="2659888" y="663117"/>
                  </a:lnTo>
                  <a:lnTo>
                    <a:pt x="2654071" y="667753"/>
                  </a:lnTo>
                  <a:lnTo>
                    <a:pt x="2633929" y="683501"/>
                  </a:lnTo>
                  <a:lnTo>
                    <a:pt x="2630005" y="686523"/>
                  </a:lnTo>
                  <a:lnTo>
                    <a:pt x="2635808" y="694055"/>
                  </a:lnTo>
                  <a:lnTo>
                    <a:pt x="2639745" y="691032"/>
                  </a:lnTo>
                  <a:lnTo>
                    <a:pt x="2659938" y="675233"/>
                  </a:lnTo>
                  <a:lnTo>
                    <a:pt x="2665806" y="670560"/>
                  </a:lnTo>
                  <a:close/>
                </a:path>
                <a:path w="2866390" h="1362075">
                  <a:moveTo>
                    <a:pt x="2717596" y="628573"/>
                  </a:moveTo>
                  <a:lnTo>
                    <a:pt x="2711500" y="621284"/>
                  </a:lnTo>
                  <a:lnTo>
                    <a:pt x="2709799" y="622706"/>
                  </a:lnTo>
                  <a:lnTo>
                    <a:pt x="2692006" y="637336"/>
                  </a:lnTo>
                  <a:lnTo>
                    <a:pt x="2682125" y="645325"/>
                  </a:lnTo>
                  <a:lnTo>
                    <a:pt x="2688107" y="652716"/>
                  </a:lnTo>
                  <a:lnTo>
                    <a:pt x="2698000" y="644715"/>
                  </a:lnTo>
                  <a:lnTo>
                    <a:pt x="2715844" y="630047"/>
                  </a:lnTo>
                  <a:lnTo>
                    <a:pt x="2717596" y="628573"/>
                  </a:lnTo>
                  <a:close/>
                </a:path>
                <a:path w="2866390" h="1362075">
                  <a:moveTo>
                    <a:pt x="2768308" y="585330"/>
                  </a:moveTo>
                  <a:lnTo>
                    <a:pt x="2762072" y="578154"/>
                  </a:lnTo>
                  <a:lnTo>
                    <a:pt x="2742984" y="594766"/>
                  </a:lnTo>
                  <a:lnTo>
                    <a:pt x="2733319" y="602970"/>
                  </a:lnTo>
                  <a:lnTo>
                    <a:pt x="2739479" y="610209"/>
                  </a:lnTo>
                  <a:lnTo>
                    <a:pt x="2749156" y="601992"/>
                  </a:lnTo>
                  <a:lnTo>
                    <a:pt x="2768308" y="585330"/>
                  </a:lnTo>
                  <a:close/>
                </a:path>
                <a:path w="2866390" h="1362075">
                  <a:moveTo>
                    <a:pt x="2817914" y="540727"/>
                  </a:moveTo>
                  <a:lnTo>
                    <a:pt x="2811449" y="533768"/>
                  </a:lnTo>
                  <a:lnTo>
                    <a:pt x="2799600" y="544766"/>
                  </a:lnTo>
                  <a:lnTo>
                    <a:pt x="2783382" y="559320"/>
                  </a:lnTo>
                  <a:lnTo>
                    <a:pt x="2789745" y="566394"/>
                  </a:lnTo>
                  <a:lnTo>
                    <a:pt x="2805976" y="551802"/>
                  </a:lnTo>
                  <a:lnTo>
                    <a:pt x="2817914" y="540727"/>
                  </a:lnTo>
                  <a:close/>
                </a:path>
                <a:path w="2866390" h="1362075">
                  <a:moveTo>
                    <a:pt x="2865894" y="494360"/>
                  </a:moveTo>
                  <a:lnTo>
                    <a:pt x="2859163" y="487629"/>
                  </a:lnTo>
                  <a:lnTo>
                    <a:pt x="2842768" y="504024"/>
                  </a:lnTo>
                  <a:lnTo>
                    <a:pt x="2832138" y="514248"/>
                  </a:lnTo>
                  <a:lnTo>
                    <a:pt x="2838729" y="521106"/>
                  </a:lnTo>
                  <a:lnTo>
                    <a:pt x="2849397" y="510844"/>
                  </a:lnTo>
                  <a:lnTo>
                    <a:pt x="2865894" y="49436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401589" y="4043349"/>
              <a:ext cx="197319" cy="23638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344185" y="3513658"/>
              <a:ext cx="3359150" cy="880744"/>
            </a:xfrm>
            <a:custGeom>
              <a:avLst/>
              <a:gdLst/>
              <a:ahLst/>
              <a:cxnLst/>
              <a:rect l="l" t="t" r="r" b="b"/>
              <a:pathLst>
                <a:path w="3359150" h="880745">
                  <a:moveTo>
                    <a:pt x="3329952" y="31851"/>
                  </a:moveTo>
                  <a:lnTo>
                    <a:pt x="3323907" y="24523"/>
                  </a:lnTo>
                  <a:lnTo>
                    <a:pt x="3333623" y="16497"/>
                  </a:lnTo>
                  <a:lnTo>
                    <a:pt x="3352850" y="0"/>
                  </a:lnTo>
                  <a:lnTo>
                    <a:pt x="3359048" y="7213"/>
                  </a:lnTo>
                  <a:lnTo>
                    <a:pt x="3339706" y="23799"/>
                  </a:lnTo>
                  <a:lnTo>
                    <a:pt x="3329952" y="31851"/>
                  </a:lnTo>
                  <a:close/>
                </a:path>
                <a:path w="3359150" h="880745">
                  <a:moveTo>
                    <a:pt x="3277844" y="73494"/>
                  </a:moveTo>
                  <a:lnTo>
                    <a:pt x="3272040" y="65963"/>
                  </a:lnTo>
                  <a:lnTo>
                    <a:pt x="3282988" y="57518"/>
                  </a:lnTo>
                  <a:lnTo>
                    <a:pt x="3301847" y="42481"/>
                  </a:lnTo>
                  <a:lnTo>
                    <a:pt x="3307778" y="49923"/>
                  </a:lnTo>
                  <a:lnTo>
                    <a:pt x="3288830" y="65024"/>
                  </a:lnTo>
                  <a:lnTo>
                    <a:pt x="3277844" y="73494"/>
                  </a:lnTo>
                  <a:close/>
                </a:path>
                <a:path w="3359150" h="880745">
                  <a:moveTo>
                    <a:pt x="3224682" y="113703"/>
                  </a:moveTo>
                  <a:lnTo>
                    <a:pt x="3219030" y="106057"/>
                  </a:lnTo>
                  <a:lnTo>
                    <a:pt x="3234639" y="94500"/>
                  </a:lnTo>
                  <a:lnTo>
                    <a:pt x="3249472" y="83324"/>
                  </a:lnTo>
                  <a:lnTo>
                    <a:pt x="3255187" y="90919"/>
                  </a:lnTo>
                  <a:lnTo>
                    <a:pt x="3240303" y="102133"/>
                  </a:lnTo>
                  <a:lnTo>
                    <a:pt x="3224682" y="113703"/>
                  </a:lnTo>
                  <a:close/>
                </a:path>
                <a:path w="3359150" h="880745">
                  <a:moveTo>
                    <a:pt x="3170580" y="152641"/>
                  </a:moveTo>
                  <a:lnTo>
                    <a:pt x="3165094" y="144881"/>
                  </a:lnTo>
                  <a:lnTo>
                    <a:pt x="3177666" y="136004"/>
                  </a:lnTo>
                  <a:lnTo>
                    <a:pt x="3196043" y="122821"/>
                  </a:lnTo>
                  <a:lnTo>
                    <a:pt x="3201581" y="130556"/>
                  </a:lnTo>
                  <a:lnTo>
                    <a:pt x="3183166" y="143763"/>
                  </a:lnTo>
                  <a:lnTo>
                    <a:pt x="3170580" y="152641"/>
                  </a:lnTo>
                  <a:close/>
                </a:path>
                <a:path w="3359150" h="880745">
                  <a:moveTo>
                    <a:pt x="3115729" y="190525"/>
                  </a:moveTo>
                  <a:lnTo>
                    <a:pt x="3110420" y="182625"/>
                  </a:lnTo>
                  <a:lnTo>
                    <a:pt x="3112312" y="181356"/>
                  </a:lnTo>
                  <a:lnTo>
                    <a:pt x="3135020" y="165862"/>
                  </a:lnTo>
                  <a:lnTo>
                    <a:pt x="3141738" y="161188"/>
                  </a:lnTo>
                  <a:lnTo>
                    <a:pt x="3147161" y="168998"/>
                  </a:lnTo>
                  <a:lnTo>
                    <a:pt x="3140392" y="173697"/>
                  </a:lnTo>
                  <a:lnTo>
                    <a:pt x="3115729" y="190525"/>
                  </a:lnTo>
                  <a:close/>
                </a:path>
                <a:path w="3359150" h="880745">
                  <a:moveTo>
                    <a:pt x="3060179" y="227329"/>
                  </a:moveTo>
                  <a:lnTo>
                    <a:pt x="3055010" y="219354"/>
                  </a:lnTo>
                  <a:lnTo>
                    <a:pt x="3064205" y="213398"/>
                  </a:lnTo>
                  <a:lnTo>
                    <a:pt x="3086760" y="198500"/>
                  </a:lnTo>
                  <a:lnTo>
                    <a:pt x="3092005" y="206425"/>
                  </a:lnTo>
                  <a:lnTo>
                    <a:pt x="3069399" y="221361"/>
                  </a:lnTo>
                  <a:lnTo>
                    <a:pt x="3060179" y="227329"/>
                  </a:lnTo>
                  <a:close/>
                </a:path>
                <a:path w="3359150" h="880745">
                  <a:moveTo>
                    <a:pt x="3004007" y="263169"/>
                  </a:moveTo>
                  <a:lnTo>
                    <a:pt x="2998965" y="255117"/>
                  </a:lnTo>
                  <a:lnTo>
                    <a:pt x="3012528" y="246621"/>
                  </a:lnTo>
                  <a:lnTo>
                    <a:pt x="3031070" y="234797"/>
                  </a:lnTo>
                  <a:lnTo>
                    <a:pt x="3036188" y="242824"/>
                  </a:lnTo>
                  <a:lnTo>
                    <a:pt x="3017596" y="254673"/>
                  </a:lnTo>
                  <a:lnTo>
                    <a:pt x="3004007" y="263169"/>
                  </a:lnTo>
                  <a:close/>
                </a:path>
                <a:path w="3359150" h="880745">
                  <a:moveTo>
                    <a:pt x="2947238" y="298056"/>
                  </a:moveTo>
                  <a:lnTo>
                    <a:pt x="2942335" y="289915"/>
                  </a:lnTo>
                  <a:lnTo>
                    <a:pt x="2957372" y="280847"/>
                  </a:lnTo>
                  <a:lnTo>
                    <a:pt x="2974771" y="270141"/>
                  </a:lnTo>
                  <a:lnTo>
                    <a:pt x="2979750" y="278244"/>
                  </a:lnTo>
                  <a:lnTo>
                    <a:pt x="2962300" y="288975"/>
                  </a:lnTo>
                  <a:lnTo>
                    <a:pt x="2947238" y="298056"/>
                  </a:lnTo>
                  <a:close/>
                </a:path>
                <a:path w="3359150" h="880745">
                  <a:moveTo>
                    <a:pt x="2889897" y="332003"/>
                  </a:moveTo>
                  <a:lnTo>
                    <a:pt x="2885135" y="323786"/>
                  </a:lnTo>
                  <a:lnTo>
                    <a:pt x="2898800" y="315849"/>
                  </a:lnTo>
                  <a:lnTo>
                    <a:pt x="2917888" y="304546"/>
                  </a:lnTo>
                  <a:lnTo>
                    <a:pt x="2922727" y="312724"/>
                  </a:lnTo>
                  <a:lnTo>
                    <a:pt x="2903588" y="324065"/>
                  </a:lnTo>
                  <a:lnTo>
                    <a:pt x="2889897" y="332003"/>
                  </a:lnTo>
                  <a:close/>
                </a:path>
                <a:path w="3359150" h="880745">
                  <a:moveTo>
                    <a:pt x="2832023" y="365036"/>
                  </a:moveTo>
                  <a:lnTo>
                    <a:pt x="2827388" y="356730"/>
                  </a:lnTo>
                  <a:lnTo>
                    <a:pt x="2836875" y="351434"/>
                  </a:lnTo>
                  <a:lnTo>
                    <a:pt x="2860459" y="338023"/>
                  </a:lnTo>
                  <a:lnTo>
                    <a:pt x="2865158" y="346278"/>
                  </a:lnTo>
                  <a:lnTo>
                    <a:pt x="2841523" y="359727"/>
                  </a:lnTo>
                  <a:lnTo>
                    <a:pt x="2832023" y="365036"/>
                  </a:lnTo>
                  <a:close/>
                </a:path>
                <a:path w="3359150" h="880745">
                  <a:moveTo>
                    <a:pt x="2773629" y="397141"/>
                  </a:moveTo>
                  <a:lnTo>
                    <a:pt x="2769146" y="388747"/>
                  </a:lnTo>
                  <a:lnTo>
                    <a:pt x="2771673" y="387400"/>
                  </a:lnTo>
                  <a:lnTo>
                    <a:pt x="2802508" y="370573"/>
                  </a:lnTo>
                  <a:lnTo>
                    <a:pt x="2807055" y="378917"/>
                  </a:lnTo>
                  <a:lnTo>
                    <a:pt x="2776169" y="395782"/>
                  </a:lnTo>
                  <a:lnTo>
                    <a:pt x="2773629" y="397141"/>
                  </a:lnTo>
                  <a:close/>
                </a:path>
                <a:path w="3359150" h="880745">
                  <a:moveTo>
                    <a:pt x="2714752" y="428269"/>
                  </a:moveTo>
                  <a:lnTo>
                    <a:pt x="2710345" y="419836"/>
                  </a:lnTo>
                  <a:lnTo>
                    <a:pt x="2743987" y="402196"/>
                  </a:lnTo>
                  <a:lnTo>
                    <a:pt x="2748470" y="410578"/>
                  </a:lnTo>
                  <a:lnTo>
                    <a:pt x="2714752" y="428269"/>
                  </a:lnTo>
                  <a:close/>
                </a:path>
                <a:path w="3359150" h="880745">
                  <a:moveTo>
                    <a:pt x="2655354" y="458482"/>
                  </a:moveTo>
                  <a:lnTo>
                    <a:pt x="2651169" y="450113"/>
                  </a:lnTo>
                  <a:lnTo>
                    <a:pt x="2651099" y="449973"/>
                  </a:lnTo>
                  <a:lnTo>
                    <a:pt x="2667863" y="441617"/>
                  </a:lnTo>
                  <a:lnTo>
                    <a:pt x="2685021" y="432854"/>
                  </a:lnTo>
                  <a:lnTo>
                    <a:pt x="2689339" y="441325"/>
                  </a:lnTo>
                  <a:lnTo>
                    <a:pt x="2672130" y="450113"/>
                  </a:lnTo>
                  <a:lnTo>
                    <a:pt x="2655354" y="458482"/>
                  </a:lnTo>
                  <a:close/>
                </a:path>
                <a:path w="3359150" h="880745">
                  <a:moveTo>
                    <a:pt x="2595499" y="487794"/>
                  </a:moveTo>
                  <a:lnTo>
                    <a:pt x="2591422" y="479209"/>
                  </a:lnTo>
                  <a:lnTo>
                    <a:pt x="2594762" y="477621"/>
                  </a:lnTo>
                  <a:lnTo>
                    <a:pt x="2625585" y="462622"/>
                  </a:lnTo>
                  <a:lnTo>
                    <a:pt x="2629750" y="471170"/>
                  </a:lnTo>
                  <a:lnTo>
                    <a:pt x="2598851" y="486206"/>
                  </a:lnTo>
                  <a:lnTo>
                    <a:pt x="2595499" y="487794"/>
                  </a:lnTo>
                  <a:close/>
                </a:path>
                <a:path w="3359150" h="880745">
                  <a:moveTo>
                    <a:pt x="2535199" y="516102"/>
                  </a:moveTo>
                  <a:lnTo>
                    <a:pt x="2531211" y="507466"/>
                  </a:lnTo>
                  <a:lnTo>
                    <a:pt x="2557056" y="495515"/>
                  </a:lnTo>
                  <a:lnTo>
                    <a:pt x="2565654" y="491439"/>
                  </a:lnTo>
                  <a:lnTo>
                    <a:pt x="2569730" y="500037"/>
                  </a:lnTo>
                  <a:lnTo>
                    <a:pt x="2561069" y="504139"/>
                  </a:lnTo>
                  <a:lnTo>
                    <a:pt x="2535199" y="516102"/>
                  </a:lnTo>
                  <a:close/>
                </a:path>
                <a:path w="3359150" h="880745">
                  <a:moveTo>
                    <a:pt x="2474442" y="543496"/>
                  </a:moveTo>
                  <a:lnTo>
                    <a:pt x="2470632" y="534797"/>
                  </a:lnTo>
                  <a:lnTo>
                    <a:pt x="2479421" y="530948"/>
                  </a:lnTo>
                  <a:lnTo>
                    <a:pt x="2505303" y="519290"/>
                  </a:lnTo>
                  <a:lnTo>
                    <a:pt x="2509215" y="527964"/>
                  </a:lnTo>
                  <a:lnTo>
                    <a:pt x="2483256" y="539648"/>
                  </a:lnTo>
                  <a:lnTo>
                    <a:pt x="2474442" y="543496"/>
                  </a:lnTo>
                  <a:close/>
                </a:path>
                <a:path w="3359150" h="880745">
                  <a:moveTo>
                    <a:pt x="2413304" y="569899"/>
                  </a:moveTo>
                  <a:lnTo>
                    <a:pt x="2409571" y="561162"/>
                  </a:lnTo>
                  <a:lnTo>
                    <a:pt x="2439504" y="548424"/>
                  </a:lnTo>
                  <a:lnTo>
                    <a:pt x="2444508" y="546239"/>
                  </a:lnTo>
                  <a:lnTo>
                    <a:pt x="2448318" y="554939"/>
                  </a:lnTo>
                  <a:lnTo>
                    <a:pt x="2443238" y="557161"/>
                  </a:lnTo>
                  <a:lnTo>
                    <a:pt x="2413304" y="569899"/>
                  </a:lnTo>
                  <a:close/>
                </a:path>
                <a:path w="3359150" h="880745">
                  <a:moveTo>
                    <a:pt x="2351697" y="595363"/>
                  </a:moveTo>
                  <a:lnTo>
                    <a:pt x="2348166" y="586536"/>
                  </a:lnTo>
                  <a:lnTo>
                    <a:pt x="2357488" y="582802"/>
                  </a:lnTo>
                  <a:lnTo>
                    <a:pt x="2383307" y="572135"/>
                  </a:lnTo>
                  <a:lnTo>
                    <a:pt x="2386939" y="580923"/>
                  </a:lnTo>
                  <a:lnTo>
                    <a:pt x="2361044" y="591616"/>
                  </a:lnTo>
                  <a:lnTo>
                    <a:pt x="2351697" y="595363"/>
                  </a:lnTo>
                  <a:close/>
                </a:path>
                <a:path w="3359150" h="880745">
                  <a:moveTo>
                    <a:pt x="2289733" y="619798"/>
                  </a:moveTo>
                  <a:lnTo>
                    <a:pt x="2286292" y="610933"/>
                  </a:lnTo>
                  <a:lnTo>
                    <a:pt x="2315413" y="599643"/>
                  </a:lnTo>
                  <a:lnTo>
                    <a:pt x="2321674" y="597141"/>
                  </a:lnTo>
                  <a:lnTo>
                    <a:pt x="2325217" y="605967"/>
                  </a:lnTo>
                  <a:lnTo>
                    <a:pt x="2318867" y="608495"/>
                  </a:lnTo>
                  <a:lnTo>
                    <a:pt x="2289733" y="619798"/>
                  </a:lnTo>
                  <a:close/>
                </a:path>
                <a:path w="3359150" h="880745">
                  <a:moveTo>
                    <a:pt x="2227338" y="643280"/>
                  </a:moveTo>
                  <a:lnTo>
                    <a:pt x="2224112" y="634339"/>
                  </a:lnTo>
                  <a:lnTo>
                    <a:pt x="2229167" y="632510"/>
                  </a:lnTo>
                  <a:lnTo>
                    <a:pt x="2259698" y="621068"/>
                  </a:lnTo>
                  <a:lnTo>
                    <a:pt x="2263025" y="629983"/>
                  </a:lnTo>
                  <a:lnTo>
                    <a:pt x="2232431" y="641438"/>
                  </a:lnTo>
                  <a:lnTo>
                    <a:pt x="2227338" y="643280"/>
                  </a:lnTo>
                  <a:close/>
                </a:path>
                <a:path w="3359150" h="880745">
                  <a:moveTo>
                    <a:pt x="2164613" y="665670"/>
                  </a:moveTo>
                  <a:lnTo>
                    <a:pt x="2161476" y="656691"/>
                  </a:lnTo>
                  <a:lnTo>
                    <a:pt x="2185022" y="648487"/>
                  </a:lnTo>
                  <a:lnTo>
                    <a:pt x="2197290" y="644055"/>
                  </a:lnTo>
                  <a:lnTo>
                    <a:pt x="2200516" y="652995"/>
                  </a:lnTo>
                  <a:lnTo>
                    <a:pt x="2188184" y="657453"/>
                  </a:lnTo>
                  <a:lnTo>
                    <a:pt x="2164613" y="665670"/>
                  </a:lnTo>
                  <a:close/>
                </a:path>
                <a:path w="3359150" h="880745">
                  <a:moveTo>
                    <a:pt x="2101545" y="687120"/>
                  </a:moveTo>
                  <a:lnTo>
                    <a:pt x="2098522" y="678103"/>
                  </a:lnTo>
                  <a:lnTo>
                    <a:pt x="2134577" y="666000"/>
                  </a:lnTo>
                  <a:lnTo>
                    <a:pt x="2137600" y="675017"/>
                  </a:lnTo>
                  <a:lnTo>
                    <a:pt x="2101545" y="687120"/>
                  </a:lnTo>
                  <a:close/>
                </a:path>
                <a:path w="3359150" h="880745">
                  <a:moveTo>
                    <a:pt x="2038083" y="707491"/>
                  </a:moveTo>
                  <a:lnTo>
                    <a:pt x="2035251" y="698423"/>
                  </a:lnTo>
                  <a:lnTo>
                    <a:pt x="2071446" y="686879"/>
                  </a:lnTo>
                  <a:lnTo>
                    <a:pt x="2074354" y="695934"/>
                  </a:lnTo>
                  <a:lnTo>
                    <a:pt x="2038083" y="707491"/>
                  </a:lnTo>
                  <a:close/>
                </a:path>
                <a:path w="3359150" h="880745">
                  <a:moveTo>
                    <a:pt x="1974291" y="726808"/>
                  </a:moveTo>
                  <a:lnTo>
                    <a:pt x="1971665" y="717816"/>
                  </a:lnTo>
                  <a:lnTo>
                    <a:pt x="1971624" y="717676"/>
                  </a:lnTo>
                  <a:lnTo>
                    <a:pt x="2008009" y="706805"/>
                  </a:lnTo>
                  <a:lnTo>
                    <a:pt x="2010752" y="715772"/>
                  </a:lnTo>
                  <a:lnTo>
                    <a:pt x="2011207" y="715772"/>
                  </a:lnTo>
                  <a:lnTo>
                    <a:pt x="1974291" y="726808"/>
                  </a:lnTo>
                  <a:close/>
                </a:path>
                <a:path w="3359150" h="880745">
                  <a:moveTo>
                    <a:pt x="1910219" y="745045"/>
                  </a:moveTo>
                  <a:lnTo>
                    <a:pt x="1907679" y="735876"/>
                  </a:lnTo>
                  <a:lnTo>
                    <a:pt x="1944255" y="725601"/>
                  </a:lnTo>
                  <a:lnTo>
                    <a:pt x="1946871" y="734745"/>
                  </a:lnTo>
                  <a:lnTo>
                    <a:pt x="1910219" y="745045"/>
                  </a:lnTo>
                  <a:close/>
                </a:path>
                <a:path w="3359150" h="880745">
                  <a:moveTo>
                    <a:pt x="1845818" y="762165"/>
                  </a:moveTo>
                  <a:lnTo>
                    <a:pt x="1843443" y="752957"/>
                  </a:lnTo>
                  <a:lnTo>
                    <a:pt x="1880209" y="743331"/>
                  </a:lnTo>
                  <a:lnTo>
                    <a:pt x="1882635" y="752525"/>
                  </a:lnTo>
                  <a:lnTo>
                    <a:pt x="1845818" y="762165"/>
                  </a:lnTo>
                  <a:close/>
                </a:path>
                <a:path w="3359150" h="880745">
                  <a:moveTo>
                    <a:pt x="1781124" y="778217"/>
                  </a:moveTo>
                  <a:lnTo>
                    <a:pt x="1778990" y="769175"/>
                  </a:lnTo>
                  <a:lnTo>
                    <a:pt x="1778939" y="768959"/>
                  </a:lnTo>
                  <a:lnTo>
                    <a:pt x="1783422" y="767905"/>
                  </a:lnTo>
                  <a:lnTo>
                    <a:pt x="1815820" y="759955"/>
                  </a:lnTo>
                  <a:lnTo>
                    <a:pt x="1818077" y="768959"/>
                  </a:lnTo>
                  <a:lnTo>
                    <a:pt x="1818131" y="769175"/>
                  </a:lnTo>
                  <a:lnTo>
                    <a:pt x="1781124" y="778217"/>
                  </a:lnTo>
                  <a:close/>
                </a:path>
                <a:path w="3359150" h="880745">
                  <a:moveTo>
                    <a:pt x="1716201" y="793127"/>
                  </a:moveTo>
                  <a:lnTo>
                    <a:pt x="1714131" y="783844"/>
                  </a:lnTo>
                  <a:lnTo>
                    <a:pt x="1751202" y="775474"/>
                  </a:lnTo>
                  <a:lnTo>
                    <a:pt x="1753323" y="784745"/>
                  </a:lnTo>
                  <a:lnTo>
                    <a:pt x="1716201" y="793127"/>
                  </a:lnTo>
                  <a:close/>
                </a:path>
                <a:path w="3359150" h="880745">
                  <a:moveTo>
                    <a:pt x="1650987" y="806919"/>
                  </a:moveTo>
                  <a:lnTo>
                    <a:pt x="1649120" y="797598"/>
                  </a:lnTo>
                  <a:lnTo>
                    <a:pt x="1686293" y="789889"/>
                  </a:lnTo>
                  <a:lnTo>
                    <a:pt x="1688287" y="799185"/>
                  </a:lnTo>
                  <a:lnTo>
                    <a:pt x="1650987" y="806919"/>
                  </a:lnTo>
                  <a:close/>
                </a:path>
                <a:path w="3359150" h="880745">
                  <a:moveTo>
                    <a:pt x="1585582" y="819556"/>
                  </a:moveTo>
                  <a:lnTo>
                    <a:pt x="1583829" y="810209"/>
                  </a:lnTo>
                  <a:lnTo>
                    <a:pt x="1621167" y="803135"/>
                  </a:lnTo>
                  <a:lnTo>
                    <a:pt x="1622971" y="812469"/>
                  </a:lnTo>
                  <a:lnTo>
                    <a:pt x="1585582" y="819556"/>
                  </a:lnTo>
                  <a:close/>
                </a:path>
                <a:path w="3359150" h="880745">
                  <a:moveTo>
                    <a:pt x="1519910" y="831024"/>
                  </a:moveTo>
                  <a:lnTo>
                    <a:pt x="1518373" y="821639"/>
                  </a:lnTo>
                  <a:lnTo>
                    <a:pt x="1555800" y="815263"/>
                  </a:lnTo>
                  <a:lnTo>
                    <a:pt x="1557477" y="824623"/>
                  </a:lnTo>
                  <a:lnTo>
                    <a:pt x="1519910" y="831024"/>
                  </a:lnTo>
                  <a:close/>
                </a:path>
                <a:path w="3359150" h="880745">
                  <a:moveTo>
                    <a:pt x="1454086" y="841336"/>
                  </a:moveTo>
                  <a:lnTo>
                    <a:pt x="1452689" y="831926"/>
                  </a:lnTo>
                  <a:lnTo>
                    <a:pt x="1490243" y="826198"/>
                  </a:lnTo>
                  <a:lnTo>
                    <a:pt x="1491716" y="835583"/>
                  </a:lnTo>
                  <a:lnTo>
                    <a:pt x="1454086" y="841336"/>
                  </a:lnTo>
                  <a:close/>
                </a:path>
                <a:path w="3359150" h="880745">
                  <a:moveTo>
                    <a:pt x="1388059" y="850455"/>
                  </a:moveTo>
                  <a:lnTo>
                    <a:pt x="1386865" y="841019"/>
                  </a:lnTo>
                  <a:lnTo>
                    <a:pt x="1424482" y="835977"/>
                  </a:lnTo>
                  <a:lnTo>
                    <a:pt x="1425816" y="845388"/>
                  </a:lnTo>
                  <a:lnTo>
                    <a:pt x="1388059" y="850455"/>
                  </a:lnTo>
                  <a:close/>
                </a:path>
                <a:path w="3359150" h="880745">
                  <a:moveTo>
                    <a:pt x="1321904" y="858354"/>
                  </a:moveTo>
                  <a:lnTo>
                    <a:pt x="1320850" y="848906"/>
                  </a:lnTo>
                  <a:lnTo>
                    <a:pt x="1358595" y="844550"/>
                  </a:lnTo>
                  <a:lnTo>
                    <a:pt x="1359712" y="853986"/>
                  </a:lnTo>
                  <a:lnTo>
                    <a:pt x="1321904" y="858354"/>
                  </a:lnTo>
                  <a:close/>
                </a:path>
                <a:path w="3359150" h="880745">
                  <a:moveTo>
                    <a:pt x="1256664" y="864997"/>
                  </a:moveTo>
                  <a:lnTo>
                    <a:pt x="1255577" y="864997"/>
                  </a:lnTo>
                  <a:lnTo>
                    <a:pt x="1254739" y="855522"/>
                  </a:lnTo>
                  <a:lnTo>
                    <a:pt x="1255814" y="855522"/>
                  </a:lnTo>
                  <a:lnTo>
                    <a:pt x="1292517" y="851928"/>
                  </a:lnTo>
                  <a:lnTo>
                    <a:pt x="1293507" y="861377"/>
                  </a:lnTo>
                  <a:lnTo>
                    <a:pt x="1256664" y="864997"/>
                  </a:lnTo>
                  <a:close/>
                </a:path>
                <a:path w="3359150" h="880745">
                  <a:moveTo>
                    <a:pt x="1189177" y="870546"/>
                  </a:moveTo>
                  <a:lnTo>
                    <a:pt x="1188491" y="861072"/>
                  </a:lnTo>
                  <a:lnTo>
                    <a:pt x="1226362" y="858113"/>
                  </a:lnTo>
                  <a:lnTo>
                    <a:pt x="1227124" y="867587"/>
                  </a:lnTo>
                  <a:lnTo>
                    <a:pt x="1189177" y="870546"/>
                  </a:lnTo>
                  <a:close/>
                </a:path>
                <a:path w="3359150" h="880745">
                  <a:moveTo>
                    <a:pt x="1122679" y="874814"/>
                  </a:moveTo>
                  <a:lnTo>
                    <a:pt x="1122146" y="865327"/>
                  </a:lnTo>
                  <a:lnTo>
                    <a:pt x="1160068" y="863041"/>
                  </a:lnTo>
                  <a:lnTo>
                    <a:pt x="1160678" y="872528"/>
                  </a:lnTo>
                  <a:lnTo>
                    <a:pt x="1122679" y="874814"/>
                  </a:lnTo>
                  <a:close/>
                </a:path>
                <a:path w="3359150" h="880745">
                  <a:moveTo>
                    <a:pt x="1058875" y="877760"/>
                  </a:moveTo>
                  <a:lnTo>
                    <a:pt x="1056065" y="877760"/>
                  </a:lnTo>
                  <a:lnTo>
                    <a:pt x="1055774" y="868260"/>
                  </a:lnTo>
                  <a:lnTo>
                    <a:pt x="1058557" y="868260"/>
                  </a:lnTo>
                  <a:lnTo>
                    <a:pt x="1093685" y="866762"/>
                  </a:lnTo>
                  <a:lnTo>
                    <a:pt x="1094155" y="876261"/>
                  </a:lnTo>
                  <a:lnTo>
                    <a:pt x="1058875" y="877760"/>
                  </a:lnTo>
                  <a:close/>
                </a:path>
                <a:path w="3359150" h="880745">
                  <a:moveTo>
                    <a:pt x="989482" y="879601"/>
                  </a:moveTo>
                  <a:lnTo>
                    <a:pt x="989304" y="870089"/>
                  </a:lnTo>
                  <a:lnTo>
                    <a:pt x="1017295" y="869543"/>
                  </a:lnTo>
                  <a:lnTo>
                    <a:pt x="1027264" y="869226"/>
                  </a:lnTo>
                  <a:lnTo>
                    <a:pt x="1027556" y="878738"/>
                  </a:lnTo>
                  <a:lnTo>
                    <a:pt x="1017511" y="879043"/>
                  </a:lnTo>
                  <a:lnTo>
                    <a:pt x="989482" y="879601"/>
                  </a:lnTo>
                  <a:close/>
                </a:path>
                <a:path w="3359150" h="880745">
                  <a:moveTo>
                    <a:pt x="940429" y="880160"/>
                  </a:moveTo>
                  <a:lnTo>
                    <a:pt x="922832" y="880160"/>
                  </a:lnTo>
                  <a:lnTo>
                    <a:pt x="922858" y="870661"/>
                  </a:lnTo>
                  <a:lnTo>
                    <a:pt x="960831" y="870483"/>
                  </a:lnTo>
                  <a:lnTo>
                    <a:pt x="960907" y="879983"/>
                  </a:lnTo>
                  <a:lnTo>
                    <a:pt x="940429" y="880160"/>
                  </a:lnTo>
                  <a:close/>
                </a:path>
                <a:path w="3359150" h="880745">
                  <a:moveTo>
                    <a:pt x="894257" y="880071"/>
                  </a:moveTo>
                  <a:lnTo>
                    <a:pt x="856284" y="879563"/>
                  </a:lnTo>
                  <a:lnTo>
                    <a:pt x="856399" y="870051"/>
                  </a:lnTo>
                  <a:lnTo>
                    <a:pt x="894384" y="870572"/>
                  </a:lnTo>
                  <a:lnTo>
                    <a:pt x="894257" y="880071"/>
                  </a:lnTo>
                  <a:close/>
                </a:path>
                <a:path w="3359150" h="880745">
                  <a:moveTo>
                    <a:pt x="827658" y="878865"/>
                  </a:moveTo>
                  <a:lnTo>
                    <a:pt x="817067" y="878611"/>
                  </a:lnTo>
                  <a:lnTo>
                    <a:pt x="789597" y="877646"/>
                  </a:lnTo>
                  <a:lnTo>
                    <a:pt x="789884" y="869365"/>
                  </a:lnTo>
                  <a:lnTo>
                    <a:pt x="789927" y="868146"/>
                  </a:lnTo>
                  <a:lnTo>
                    <a:pt x="817384" y="869111"/>
                  </a:lnTo>
                  <a:lnTo>
                    <a:pt x="827887" y="869365"/>
                  </a:lnTo>
                  <a:lnTo>
                    <a:pt x="827688" y="877646"/>
                  </a:lnTo>
                  <a:lnTo>
                    <a:pt x="827658" y="878865"/>
                  </a:lnTo>
                  <a:close/>
                </a:path>
                <a:path w="3359150" h="880745">
                  <a:moveTo>
                    <a:pt x="761047" y="876465"/>
                  </a:moveTo>
                  <a:lnTo>
                    <a:pt x="739990" y="875499"/>
                  </a:lnTo>
                  <a:lnTo>
                    <a:pt x="723011" y="874547"/>
                  </a:lnTo>
                  <a:lnTo>
                    <a:pt x="723437" y="866965"/>
                  </a:lnTo>
                  <a:lnTo>
                    <a:pt x="723544" y="865060"/>
                  </a:lnTo>
                  <a:lnTo>
                    <a:pt x="740498" y="866013"/>
                  </a:lnTo>
                  <a:lnTo>
                    <a:pt x="761479" y="866965"/>
                  </a:lnTo>
                  <a:lnTo>
                    <a:pt x="761134" y="874547"/>
                  </a:lnTo>
                  <a:lnTo>
                    <a:pt x="761047" y="876465"/>
                  </a:lnTo>
                  <a:close/>
                </a:path>
                <a:path w="3359150" h="880745">
                  <a:moveTo>
                    <a:pt x="694486" y="872871"/>
                  </a:moveTo>
                  <a:lnTo>
                    <a:pt x="664768" y="870902"/>
                  </a:lnTo>
                  <a:lnTo>
                    <a:pt x="656501" y="870267"/>
                  </a:lnTo>
                  <a:lnTo>
                    <a:pt x="657176" y="861415"/>
                  </a:lnTo>
                  <a:lnTo>
                    <a:pt x="657225" y="860780"/>
                  </a:lnTo>
                  <a:lnTo>
                    <a:pt x="665479" y="861415"/>
                  </a:lnTo>
                  <a:lnTo>
                    <a:pt x="695121" y="863384"/>
                  </a:lnTo>
                  <a:lnTo>
                    <a:pt x="694486" y="872871"/>
                  </a:lnTo>
                  <a:close/>
                </a:path>
                <a:path w="3359150" h="880745">
                  <a:moveTo>
                    <a:pt x="628053" y="868083"/>
                  </a:moveTo>
                  <a:lnTo>
                    <a:pt x="591451" y="864920"/>
                  </a:lnTo>
                  <a:lnTo>
                    <a:pt x="590080" y="864781"/>
                  </a:lnTo>
                  <a:lnTo>
                    <a:pt x="590994" y="855319"/>
                  </a:lnTo>
                  <a:lnTo>
                    <a:pt x="628662" y="858596"/>
                  </a:lnTo>
                  <a:lnTo>
                    <a:pt x="628053" y="868083"/>
                  </a:lnTo>
                  <a:close/>
                </a:path>
                <a:path w="3359150" h="880745">
                  <a:moveTo>
                    <a:pt x="561682" y="862037"/>
                  </a:moveTo>
                  <a:lnTo>
                    <a:pt x="523811" y="858062"/>
                  </a:lnTo>
                  <a:lnTo>
                    <a:pt x="524814" y="848613"/>
                  </a:lnTo>
                  <a:lnTo>
                    <a:pt x="556501" y="851992"/>
                  </a:lnTo>
                  <a:lnTo>
                    <a:pt x="562597" y="852576"/>
                  </a:lnTo>
                  <a:lnTo>
                    <a:pt x="561740" y="861440"/>
                  </a:lnTo>
                  <a:lnTo>
                    <a:pt x="561682" y="862037"/>
                  </a:lnTo>
                  <a:close/>
                </a:path>
                <a:path w="3359150" h="880745">
                  <a:moveTo>
                    <a:pt x="495426" y="854811"/>
                  </a:moveTo>
                  <a:lnTo>
                    <a:pt x="457644" y="850150"/>
                  </a:lnTo>
                  <a:lnTo>
                    <a:pt x="458825" y="840714"/>
                  </a:lnTo>
                  <a:lnTo>
                    <a:pt x="496531" y="845362"/>
                  </a:lnTo>
                  <a:lnTo>
                    <a:pt x="495426" y="854811"/>
                  </a:lnTo>
                  <a:close/>
                </a:path>
                <a:path w="3359150" h="880745">
                  <a:moveTo>
                    <a:pt x="429323" y="846378"/>
                  </a:moveTo>
                  <a:lnTo>
                    <a:pt x="391617" y="841044"/>
                  </a:lnTo>
                  <a:lnTo>
                    <a:pt x="392988" y="831634"/>
                  </a:lnTo>
                  <a:lnTo>
                    <a:pt x="430593" y="836955"/>
                  </a:lnTo>
                  <a:lnTo>
                    <a:pt x="429323" y="846378"/>
                  </a:lnTo>
                  <a:close/>
                </a:path>
                <a:path w="3359150" h="880745">
                  <a:moveTo>
                    <a:pt x="363372" y="836777"/>
                  </a:moveTo>
                  <a:lnTo>
                    <a:pt x="325780" y="830757"/>
                  </a:lnTo>
                  <a:lnTo>
                    <a:pt x="327304" y="821372"/>
                  </a:lnTo>
                  <a:lnTo>
                    <a:pt x="364820" y="827379"/>
                  </a:lnTo>
                  <a:lnTo>
                    <a:pt x="363372" y="836777"/>
                  </a:lnTo>
                  <a:close/>
                </a:path>
                <a:path w="3359150" h="880745">
                  <a:moveTo>
                    <a:pt x="297611" y="825982"/>
                  </a:moveTo>
                  <a:lnTo>
                    <a:pt x="260134" y="819302"/>
                  </a:lnTo>
                  <a:lnTo>
                    <a:pt x="261823" y="809942"/>
                  </a:lnTo>
                  <a:lnTo>
                    <a:pt x="299224" y="816610"/>
                  </a:lnTo>
                  <a:lnTo>
                    <a:pt x="297611" y="825982"/>
                  </a:lnTo>
                  <a:close/>
                </a:path>
                <a:path w="3359150" h="880745">
                  <a:moveTo>
                    <a:pt x="232067" y="814019"/>
                  </a:moveTo>
                  <a:lnTo>
                    <a:pt x="194703" y="806678"/>
                  </a:lnTo>
                  <a:lnTo>
                    <a:pt x="196557" y="797344"/>
                  </a:lnTo>
                  <a:lnTo>
                    <a:pt x="226415" y="803275"/>
                  </a:lnTo>
                  <a:lnTo>
                    <a:pt x="233832" y="804672"/>
                  </a:lnTo>
                  <a:lnTo>
                    <a:pt x="232067" y="814019"/>
                  </a:lnTo>
                  <a:close/>
                </a:path>
                <a:path w="3359150" h="880745">
                  <a:moveTo>
                    <a:pt x="166738" y="800887"/>
                  </a:moveTo>
                  <a:lnTo>
                    <a:pt x="164934" y="800519"/>
                  </a:lnTo>
                  <a:lnTo>
                    <a:pt x="129489" y="792835"/>
                  </a:lnTo>
                  <a:lnTo>
                    <a:pt x="131559" y="783551"/>
                  </a:lnTo>
                  <a:lnTo>
                    <a:pt x="166916" y="791222"/>
                  </a:lnTo>
                  <a:lnTo>
                    <a:pt x="168668" y="791578"/>
                  </a:lnTo>
                  <a:lnTo>
                    <a:pt x="166814" y="800519"/>
                  </a:lnTo>
                  <a:lnTo>
                    <a:pt x="166738" y="800887"/>
                  </a:lnTo>
                  <a:close/>
                </a:path>
                <a:path w="3359150" h="880745">
                  <a:moveTo>
                    <a:pt x="101625" y="786561"/>
                  </a:moveTo>
                  <a:lnTo>
                    <a:pt x="64566" y="777849"/>
                  </a:lnTo>
                  <a:lnTo>
                    <a:pt x="66789" y="768603"/>
                  </a:lnTo>
                  <a:lnTo>
                    <a:pt x="103771" y="777290"/>
                  </a:lnTo>
                  <a:lnTo>
                    <a:pt x="101625" y="786561"/>
                  </a:lnTo>
                  <a:close/>
                </a:path>
                <a:path w="3359150" h="880745">
                  <a:moveTo>
                    <a:pt x="36829" y="771080"/>
                  </a:moveTo>
                  <a:lnTo>
                    <a:pt x="0" y="761758"/>
                  </a:lnTo>
                  <a:lnTo>
                    <a:pt x="2311" y="752538"/>
                  </a:lnTo>
                  <a:lnTo>
                    <a:pt x="38756" y="761758"/>
                  </a:lnTo>
                  <a:lnTo>
                    <a:pt x="39138" y="761758"/>
                  </a:lnTo>
                  <a:lnTo>
                    <a:pt x="36829" y="77108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252732" y="4151058"/>
              <a:ext cx="169290" cy="20046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910196" y="3439515"/>
              <a:ext cx="1219200" cy="307340"/>
            </a:xfrm>
            <a:custGeom>
              <a:avLst/>
              <a:gdLst/>
              <a:ahLst/>
              <a:cxnLst/>
              <a:rect l="l" t="t" r="r" b="b"/>
              <a:pathLst>
                <a:path w="1219200" h="307339">
                  <a:moveTo>
                    <a:pt x="1212888" y="306857"/>
                  </a:moveTo>
                  <a:lnTo>
                    <a:pt x="1206017" y="301244"/>
                  </a:lnTo>
                  <a:lnTo>
                    <a:pt x="1197686" y="294690"/>
                  </a:lnTo>
                  <a:lnTo>
                    <a:pt x="1187734" y="287134"/>
                  </a:lnTo>
                  <a:lnTo>
                    <a:pt x="1183043" y="283692"/>
                  </a:lnTo>
                  <a:lnTo>
                    <a:pt x="1188669" y="276021"/>
                  </a:lnTo>
                  <a:lnTo>
                    <a:pt x="1193571" y="279615"/>
                  </a:lnTo>
                  <a:lnTo>
                    <a:pt x="1203464" y="287134"/>
                  </a:lnTo>
                  <a:lnTo>
                    <a:pt x="1211935" y="293801"/>
                  </a:lnTo>
                  <a:lnTo>
                    <a:pt x="1218907" y="299491"/>
                  </a:lnTo>
                  <a:lnTo>
                    <a:pt x="1212888" y="306857"/>
                  </a:lnTo>
                  <a:close/>
                </a:path>
                <a:path w="1219200" h="307339">
                  <a:moveTo>
                    <a:pt x="1159941" y="267208"/>
                  </a:moveTo>
                  <a:lnTo>
                    <a:pt x="1150175" y="260477"/>
                  </a:lnTo>
                  <a:lnTo>
                    <a:pt x="1134884" y="250278"/>
                  </a:lnTo>
                  <a:lnTo>
                    <a:pt x="1128458" y="246138"/>
                  </a:lnTo>
                  <a:lnTo>
                    <a:pt x="1133614" y="238150"/>
                  </a:lnTo>
                  <a:lnTo>
                    <a:pt x="1140066" y="242316"/>
                  </a:lnTo>
                  <a:lnTo>
                    <a:pt x="1155484" y="252590"/>
                  </a:lnTo>
                  <a:lnTo>
                    <a:pt x="1165339" y="259372"/>
                  </a:lnTo>
                  <a:lnTo>
                    <a:pt x="1159941" y="267208"/>
                  </a:lnTo>
                  <a:close/>
                </a:path>
                <a:path w="1219200" h="307339">
                  <a:moveTo>
                    <a:pt x="1104417" y="230936"/>
                  </a:moveTo>
                  <a:lnTo>
                    <a:pt x="1100391" y="228422"/>
                  </a:lnTo>
                  <a:lnTo>
                    <a:pt x="1081227" y="216890"/>
                  </a:lnTo>
                  <a:lnTo>
                    <a:pt x="1071905" y="211480"/>
                  </a:lnTo>
                  <a:lnTo>
                    <a:pt x="1076680" y="203263"/>
                  </a:lnTo>
                  <a:lnTo>
                    <a:pt x="1086040" y="208686"/>
                  </a:lnTo>
                  <a:lnTo>
                    <a:pt x="1105319" y="220294"/>
                  </a:lnTo>
                  <a:lnTo>
                    <a:pt x="1109446" y="222859"/>
                  </a:lnTo>
                  <a:lnTo>
                    <a:pt x="1104417" y="230936"/>
                  </a:lnTo>
                  <a:close/>
                </a:path>
                <a:path w="1219200" h="307339">
                  <a:moveTo>
                    <a:pt x="1047178" y="197434"/>
                  </a:moveTo>
                  <a:lnTo>
                    <a:pt x="1039228" y="192989"/>
                  </a:lnTo>
                  <a:lnTo>
                    <a:pt x="1016419" y="180759"/>
                  </a:lnTo>
                  <a:lnTo>
                    <a:pt x="1013853" y="179438"/>
                  </a:lnTo>
                  <a:lnTo>
                    <a:pt x="1018209" y="170980"/>
                  </a:lnTo>
                  <a:lnTo>
                    <a:pt x="1020813" y="172326"/>
                  </a:lnTo>
                  <a:lnTo>
                    <a:pt x="1043749" y="184632"/>
                  </a:lnTo>
                  <a:lnTo>
                    <a:pt x="1051813" y="189128"/>
                  </a:lnTo>
                  <a:lnTo>
                    <a:pt x="1047178" y="197434"/>
                  </a:lnTo>
                  <a:close/>
                </a:path>
                <a:path w="1219200" h="307339">
                  <a:moveTo>
                    <a:pt x="988529" y="166497"/>
                  </a:moveTo>
                  <a:lnTo>
                    <a:pt x="967358" y="156083"/>
                  </a:lnTo>
                  <a:lnTo>
                    <a:pt x="954366" y="149987"/>
                  </a:lnTo>
                  <a:lnTo>
                    <a:pt x="958405" y="141389"/>
                  </a:lnTo>
                  <a:lnTo>
                    <a:pt x="971435" y="147497"/>
                  </a:lnTo>
                  <a:lnTo>
                    <a:pt x="992720" y="157975"/>
                  </a:lnTo>
                  <a:lnTo>
                    <a:pt x="988529" y="166497"/>
                  </a:lnTo>
                  <a:close/>
                </a:path>
                <a:path w="1219200" h="307339">
                  <a:moveTo>
                    <a:pt x="928522" y="138150"/>
                  </a:moveTo>
                  <a:lnTo>
                    <a:pt x="913828" y="131597"/>
                  </a:lnTo>
                  <a:lnTo>
                    <a:pt x="893699" y="123088"/>
                  </a:lnTo>
                  <a:lnTo>
                    <a:pt x="897407" y="114325"/>
                  </a:lnTo>
                  <a:lnTo>
                    <a:pt x="917575" y="122859"/>
                  </a:lnTo>
                  <a:lnTo>
                    <a:pt x="932395" y="129463"/>
                  </a:lnTo>
                  <a:lnTo>
                    <a:pt x="928522" y="138150"/>
                  </a:lnTo>
                  <a:close/>
                </a:path>
                <a:path w="1219200" h="307339">
                  <a:moveTo>
                    <a:pt x="867409" y="112318"/>
                  </a:moveTo>
                  <a:lnTo>
                    <a:pt x="856005" y="107835"/>
                  </a:lnTo>
                  <a:lnTo>
                    <a:pt x="840917" y="102082"/>
                  </a:lnTo>
                  <a:lnTo>
                    <a:pt x="831976" y="98780"/>
                  </a:lnTo>
                  <a:lnTo>
                    <a:pt x="835278" y="89865"/>
                  </a:lnTo>
                  <a:lnTo>
                    <a:pt x="844232" y="93167"/>
                  </a:lnTo>
                  <a:lnTo>
                    <a:pt x="859421" y="98958"/>
                  </a:lnTo>
                  <a:lnTo>
                    <a:pt x="870889" y="103479"/>
                  </a:lnTo>
                  <a:lnTo>
                    <a:pt x="867409" y="112318"/>
                  </a:lnTo>
                  <a:close/>
                </a:path>
                <a:path w="1219200" h="307339">
                  <a:moveTo>
                    <a:pt x="805218" y="89217"/>
                  </a:moveTo>
                  <a:lnTo>
                    <a:pt x="794156" y="85394"/>
                  </a:lnTo>
                  <a:lnTo>
                    <a:pt x="778078" y="80060"/>
                  </a:lnTo>
                  <a:lnTo>
                    <a:pt x="769238" y="77228"/>
                  </a:lnTo>
                  <a:lnTo>
                    <a:pt x="772134" y="68173"/>
                  </a:lnTo>
                  <a:lnTo>
                    <a:pt x="780999" y="71005"/>
                  </a:lnTo>
                  <a:lnTo>
                    <a:pt x="797178" y="76377"/>
                  </a:lnTo>
                  <a:lnTo>
                    <a:pt x="808316" y="80225"/>
                  </a:lnTo>
                  <a:lnTo>
                    <a:pt x="805218" y="89217"/>
                  </a:lnTo>
                  <a:close/>
                </a:path>
                <a:path w="1219200" h="307339">
                  <a:moveTo>
                    <a:pt x="742099" y="68846"/>
                  </a:moveTo>
                  <a:lnTo>
                    <a:pt x="728433" y="64820"/>
                  </a:lnTo>
                  <a:lnTo>
                    <a:pt x="711415" y="60032"/>
                  </a:lnTo>
                  <a:lnTo>
                    <a:pt x="705624" y="58483"/>
                  </a:lnTo>
                  <a:lnTo>
                    <a:pt x="708088" y="49301"/>
                  </a:lnTo>
                  <a:lnTo>
                    <a:pt x="713917" y="50863"/>
                  </a:lnTo>
                  <a:lnTo>
                    <a:pt x="731037" y="55676"/>
                  </a:lnTo>
                  <a:lnTo>
                    <a:pt x="744778" y="59728"/>
                  </a:lnTo>
                  <a:lnTo>
                    <a:pt x="742099" y="68846"/>
                  </a:lnTo>
                  <a:close/>
                </a:path>
                <a:path w="1219200" h="307339">
                  <a:moveTo>
                    <a:pt x="678078" y="51295"/>
                  </a:moveTo>
                  <a:lnTo>
                    <a:pt x="659041" y="46672"/>
                  </a:lnTo>
                  <a:lnTo>
                    <a:pt x="641184" y="42583"/>
                  </a:lnTo>
                  <a:lnTo>
                    <a:pt x="643305" y="33312"/>
                  </a:lnTo>
                  <a:lnTo>
                    <a:pt x="661187" y="37414"/>
                  </a:lnTo>
                  <a:lnTo>
                    <a:pt x="678992" y="41719"/>
                  </a:lnTo>
                  <a:lnTo>
                    <a:pt x="680427" y="42087"/>
                  </a:lnTo>
                  <a:lnTo>
                    <a:pt x="678078" y="51295"/>
                  </a:lnTo>
                  <a:close/>
                </a:path>
                <a:path w="1219200" h="307339">
                  <a:moveTo>
                    <a:pt x="613397" y="36741"/>
                  </a:moveTo>
                  <a:lnTo>
                    <a:pt x="604723" y="34988"/>
                  </a:lnTo>
                  <a:lnTo>
                    <a:pt x="586193" y="31508"/>
                  </a:lnTo>
                  <a:lnTo>
                    <a:pt x="576135" y="29756"/>
                  </a:lnTo>
                  <a:lnTo>
                    <a:pt x="577761" y="20383"/>
                  </a:lnTo>
                  <a:lnTo>
                    <a:pt x="587844" y="22148"/>
                  </a:lnTo>
                  <a:lnTo>
                    <a:pt x="606501" y="25654"/>
                  </a:lnTo>
                  <a:lnTo>
                    <a:pt x="615264" y="27419"/>
                  </a:lnTo>
                  <a:lnTo>
                    <a:pt x="613397" y="36741"/>
                  </a:lnTo>
                  <a:close/>
                </a:path>
                <a:path w="1219200" h="307339">
                  <a:moveTo>
                    <a:pt x="548119" y="25158"/>
                  </a:moveTo>
                  <a:lnTo>
                    <a:pt x="529386" y="22428"/>
                  </a:lnTo>
                  <a:lnTo>
                    <a:pt x="510514" y="19939"/>
                  </a:lnTo>
                  <a:lnTo>
                    <a:pt x="511759" y="10515"/>
                  </a:lnTo>
                  <a:lnTo>
                    <a:pt x="530669" y="13004"/>
                  </a:lnTo>
                  <a:lnTo>
                    <a:pt x="549490" y="15748"/>
                  </a:lnTo>
                  <a:lnTo>
                    <a:pt x="548119" y="25158"/>
                  </a:lnTo>
                  <a:close/>
                </a:path>
                <a:path w="1219200" h="307339">
                  <a:moveTo>
                    <a:pt x="482307" y="16751"/>
                  </a:moveTo>
                  <a:lnTo>
                    <a:pt x="470839" y="15570"/>
                  </a:lnTo>
                  <a:lnTo>
                    <a:pt x="450938" y="13830"/>
                  </a:lnTo>
                  <a:lnTo>
                    <a:pt x="444563" y="13360"/>
                  </a:lnTo>
                  <a:lnTo>
                    <a:pt x="445228" y="4343"/>
                  </a:lnTo>
                  <a:lnTo>
                    <a:pt x="445261" y="3886"/>
                  </a:lnTo>
                  <a:lnTo>
                    <a:pt x="451662" y="4343"/>
                  </a:lnTo>
                  <a:lnTo>
                    <a:pt x="471703" y="6108"/>
                  </a:lnTo>
                  <a:lnTo>
                    <a:pt x="483273" y="7289"/>
                  </a:lnTo>
                  <a:lnTo>
                    <a:pt x="482428" y="15570"/>
                  </a:lnTo>
                  <a:lnTo>
                    <a:pt x="482307" y="16751"/>
                  </a:lnTo>
                  <a:close/>
                </a:path>
                <a:path w="1219200" h="307339">
                  <a:moveTo>
                    <a:pt x="416178" y="11518"/>
                  </a:moveTo>
                  <a:lnTo>
                    <a:pt x="410603" y="11188"/>
                  </a:lnTo>
                  <a:lnTo>
                    <a:pt x="390169" y="10312"/>
                  </a:lnTo>
                  <a:lnTo>
                    <a:pt x="378307" y="9969"/>
                  </a:lnTo>
                  <a:lnTo>
                    <a:pt x="378541" y="2019"/>
                  </a:lnTo>
                  <a:lnTo>
                    <a:pt x="378586" y="457"/>
                  </a:lnTo>
                  <a:lnTo>
                    <a:pt x="390474" y="812"/>
                  </a:lnTo>
                  <a:lnTo>
                    <a:pt x="411048" y="1689"/>
                  </a:lnTo>
                  <a:lnTo>
                    <a:pt x="416725" y="2019"/>
                  </a:lnTo>
                  <a:lnTo>
                    <a:pt x="416268" y="9969"/>
                  </a:lnTo>
                  <a:lnTo>
                    <a:pt x="416178" y="11518"/>
                  </a:lnTo>
                  <a:close/>
                </a:path>
                <a:path w="1219200" h="307339">
                  <a:moveTo>
                    <a:pt x="317703" y="9702"/>
                  </a:moveTo>
                  <a:lnTo>
                    <a:pt x="312010" y="9702"/>
                  </a:lnTo>
                  <a:lnTo>
                    <a:pt x="311797" y="330"/>
                  </a:lnTo>
                  <a:lnTo>
                    <a:pt x="317512" y="190"/>
                  </a:lnTo>
                  <a:lnTo>
                    <a:pt x="332807" y="0"/>
                  </a:lnTo>
                  <a:lnTo>
                    <a:pt x="349973" y="0"/>
                  </a:lnTo>
                  <a:lnTo>
                    <a:pt x="349897" y="9512"/>
                  </a:lnTo>
                  <a:lnTo>
                    <a:pt x="331889" y="9512"/>
                  </a:lnTo>
                  <a:lnTo>
                    <a:pt x="317703" y="9702"/>
                  </a:lnTo>
                  <a:close/>
                </a:path>
                <a:path w="1219200" h="307339">
                  <a:moveTo>
                    <a:pt x="245795" y="12915"/>
                  </a:moveTo>
                  <a:lnTo>
                    <a:pt x="245059" y="3441"/>
                  </a:lnTo>
                  <a:lnTo>
                    <a:pt x="248526" y="3162"/>
                  </a:lnTo>
                  <a:lnTo>
                    <a:pt x="261988" y="2311"/>
                  </a:lnTo>
                  <a:lnTo>
                    <a:pt x="283184" y="1257"/>
                  </a:lnTo>
                  <a:lnTo>
                    <a:pt x="283603" y="10756"/>
                  </a:lnTo>
                  <a:lnTo>
                    <a:pt x="262572" y="11811"/>
                  </a:lnTo>
                  <a:lnTo>
                    <a:pt x="249224" y="12649"/>
                  </a:lnTo>
                  <a:lnTo>
                    <a:pt x="245795" y="12915"/>
                  </a:lnTo>
                  <a:close/>
                </a:path>
                <a:path w="1219200" h="307339">
                  <a:moveTo>
                    <a:pt x="179717" y="19202"/>
                  </a:moveTo>
                  <a:lnTo>
                    <a:pt x="178625" y="9753"/>
                  </a:lnTo>
                  <a:lnTo>
                    <a:pt x="196418" y="7708"/>
                  </a:lnTo>
                  <a:lnTo>
                    <a:pt x="216534" y="5753"/>
                  </a:lnTo>
                  <a:lnTo>
                    <a:pt x="217449" y="15227"/>
                  </a:lnTo>
                  <a:lnTo>
                    <a:pt x="197472" y="17157"/>
                  </a:lnTo>
                  <a:lnTo>
                    <a:pt x="179717" y="19202"/>
                  </a:lnTo>
                  <a:close/>
                </a:path>
                <a:path w="1219200" h="307339">
                  <a:moveTo>
                    <a:pt x="114096" y="28613"/>
                  </a:moveTo>
                  <a:lnTo>
                    <a:pt x="112509" y="19240"/>
                  </a:lnTo>
                  <a:lnTo>
                    <a:pt x="123736" y="17360"/>
                  </a:lnTo>
                  <a:lnTo>
                    <a:pt x="147205" y="13817"/>
                  </a:lnTo>
                  <a:lnTo>
                    <a:pt x="150253" y="13411"/>
                  </a:lnTo>
                  <a:lnTo>
                    <a:pt x="151510" y="22834"/>
                  </a:lnTo>
                  <a:lnTo>
                    <a:pt x="148589" y="23215"/>
                  </a:lnTo>
                  <a:lnTo>
                    <a:pt x="125272" y="26733"/>
                  </a:lnTo>
                  <a:lnTo>
                    <a:pt x="114096" y="28613"/>
                  </a:lnTo>
                  <a:close/>
                </a:path>
                <a:path w="1219200" h="307339">
                  <a:moveTo>
                    <a:pt x="48958" y="41160"/>
                  </a:moveTo>
                  <a:lnTo>
                    <a:pt x="46951" y="31864"/>
                  </a:lnTo>
                  <a:lnTo>
                    <a:pt x="58077" y="29451"/>
                  </a:lnTo>
                  <a:lnTo>
                    <a:pt x="79159" y="25209"/>
                  </a:lnTo>
                  <a:lnTo>
                    <a:pt x="84353" y="24257"/>
                  </a:lnTo>
                  <a:lnTo>
                    <a:pt x="86080" y="33604"/>
                  </a:lnTo>
                  <a:lnTo>
                    <a:pt x="80987" y="34544"/>
                  </a:lnTo>
                  <a:lnTo>
                    <a:pt x="60058" y="38747"/>
                  </a:lnTo>
                  <a:lnTo>
                    <a:pt x="48958" y="41160"/>
                  </a:lnTo>
                  <a:close/>
                </a:path>
                <a:path w="1219200" h="307339">
                  <a:moveTo>
                    <a:pt x="2285" y="52120"/>
                  </a:moveTo>
                  <a:lnTo>
                    <a:pt x="0" y="42887"/>
                  </a:lnTo>
                  <a:lnTo>
                    <a:pt x="19062" y="38188"/>
                  </a:lnTo>
                  <a:lnTo>
                    <a:pt x="21208" y="47459"/>
                  </a:lnTo>
                  <a:lnTo>
                    <a:pt x="2285" y="5212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086104" y="3471761"/>
              <a:ext cx="197319" cy="236385"/>
            </a:xfrm>
            <a:prstGeom prst="rect">
              <a:avLst/>
            </a:prstGeom>
          </p:spPr>
        </p:pic>
      </p:grpSp>
      <p:sp>
        <p:nvSpPr>
          <p:cNvPr id="35" name="object 35"/>
          <p:cNvSpPr txBox="1">
            <a:spLocks noGrp="1"/>
          </p:cNvSpPr>
          <p:nvPr>
            <p:ph type="title"/>
          </p:nvPr>
        </p:nvSpPr>
        <p:spPr>
          <a:xfrm>
            <a:off x="818705" y="198043"/>
            <a:ext cx="8514080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62CFF"/>
                </a:solidFill>
              </a:rPr>
              <a:t>Construyendo</a:t>
            </a:r>
            <a:r>
              <a:rPr sz="3600" spc="-145" dirty="0">
                <a:solidFill>
                  <a:srgbClr val="062CFF"/>
                </a:solidFill>
              </a:rPr>
              <a:t> </a:t>
            </a:r>
            <a:r>
              <a:rPr sz="3600" dirty="0">
                <a:solidFill>
                  <a:srgbClr val="062CFF"/>
                </a:solidFill>
              </a:rPr>
              <a:t>infraestructura</a:t>
            </a:r>
            <a:r>
              <a:rPr sz="3600" spc="-145" dirty="0">
                <a:solidFill>
                  <a:srgbClr val="062CFF"/>
                </a:solidFill>
              </a:rPr>
              <a:t> </a:t>
            </a:r>
            <a:r>
              <a:rPr sz="3600" dirty="0">
                <a:solidFill>
                  <a:srgbClr val="062CFF"/>
                </a:solidFill>
              </a:rPr>
              <a:t>para</a:t>
            </a:r>
            <a:r>
              <a:rPr sz="3600" spc="-145" dirty="0">
                <a:solidFill>
                  <a:srgbClr val="062CFF"/>
                </a:solidFill>
              </a:rPr>
              <a:t> </a:t>
            </a:r>
            <a:r>
              <a:rPr lang="es-MX" sz="3600" spc="-145" dirty="0">
                <a:solidFill>
                  <a:srgbClr val="062CFF"/>
                </a:solidFill>
              </a:rPr>
              <a:t>el </a:t>
            </a:r>
            <a:endParaRPr lang="es-MX" sz="3600" spc="-145" dirty="0">
              <a:solidFill>
                <a:srgbClr val="062CFF"/>
              </a:solidFill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18515" y="691515"/>
            <a:ext cx="5988685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altLang="en-US" sz="3600" b="1" spc="-35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futuro de</a:t>
            </a:r>
            <a:r>
              <a:rPr sz="3600" b="1" spc="-35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3600" b="1" spc="-10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Ecommerce</a:t>
            </a:r>
            <a:endParaRPr sz="36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761" y="761"/>
            <a:ext cx="12190730" cy="6856730"/>
            <a:chOff x="761" y="761"/>
            <a:chExt cx="12190730" cy="6856730"/>
          </a:xfrm>
        </p:grpSpPr>
        <p:pic>
          <p:nvPicPr>
            <p:cNvPr id="39" name="object 3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411698" y="4377778"/>
              <a:ext cx="246227" cy="3048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571083" y="3615842"/>
              <a:ext cx="196291" cy="23893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476083" y="2808300"/>
              <a:ext cx="196291" cy="238937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427188" y="2874340"/>
              <a:ext cx="196291" cy="238937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500848" y="2981655"/>
              <a:ext cx="196291" cy="238937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487602" y="3121329"/>
              <a:ext cx="136245" cy="161709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441247" y="3013379"/>
              <a:ext cx="136245" cy="161709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816431" y="2546578"/>
              <a:ext cx="5288842" cy="2474868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049113" y="3741572"/>
              <a:ext cx="196291" cy="238937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988788" y="3716172"/>
              <a:ext cx="196291" cy="238937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10140695" y="441960"/>
              <a:ext cx="1434465" cy="762000"/>
            </a:xfrm>
            <a:custGeom>
              <a:avLst/>
              <a:gdLst/>
              <a:ahLst/>
              <a:cxnLst/>
              <a:rect l="l" t="t" r="r" b="b"/>
              <a:pathLst>
                <a:path w="1434465" h="762000">
                  <a:moveTo>
                    <a:pt x="1434083" y="761999"/>
                  </a:moveTo>
                  <a:lnTo>
                    <a:pt x="0" y="761999"/>
                  </a:lnTo>
                  <a:lnTo>
                    <a:pt x="0" y="0"/>
                  </a:lnTo>
                  <a:lnTo>
                    <a:pt x="1434083" y="0"/>
                  </a:lnTo>
                  <a:lnTo>
                    <a:pt x="1434083" y="761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942319" y="333755"/>
              <a:ext cx="944879" cy="48768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620849" y="3338741"/>
              <a:ext cx="197319" cy="236385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828180" y="3289350"/>
              <a:ext cx="196291" cy="238937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761" y="761"/>
              <a:ext cx="12190730" cy="6856730"/>
            </a:xfrm>
            <a:custGeom>
              <a:avLst/>
              <a:gdLst/>
              <a:ahLst/>
              <a:cxnLst/>
              <a:rect l="l" t="t" r="r" b="b"/>
              <a:pathLst>
                <a:path w="12190730" h="6856730">
                  <a:moveTo>
                    <a:pt x="0" y="0"/>
                  </a:moveTo>
                  <a:lnTo>
                    <a:pt x="12190476" y="0"/>
                  </a:lnTo>
                  <a:lnTo>
                    <a:pt x="12190476" y="6856476"/>
                  </a:lnTo>
                  <a:lnTo>
                    <a:pt x="0" y="685647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659379" y="1214627"/>
            <a:ext cx="7380732" cy="486988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410209" cy="841375"/>
          </a:xfrm>
          <a:custGeom>
            <a:avLst/>
            <a:gdLst/>
            <a:ahLst/>
            <a:cxnLst/>
            <a:rect l="l" t="t" r="r" b="b"/>
            <a:pathLst>
              <a:path w="410209" h="841375">
                <a:moveTo>
                  <a:pt x="409956" y="841247"/>
                </a:moveTo>
                <a:lnTo>
                  <a:pt x="0" y="841247"/>
                </a:lnTo>
                <a:lnTo>
                  <a:pt x="0" y="0"/>
                </a:lnTo>
                <a:lnTo>
                  <a:pt x="409956" y="0"/>
                </a:lnTo>
                <a:lnTo>
                  <a:pt x="409956" y="841247"/>
                </a:lnTo>
                <a:close/>
              </a:path>
            </a:pathLst>
          </a:custGeom>
          <a:solidFill>
            <a:srgbClr val="0047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2250">
              <a:lnSpc>
                <a:spcPct val="100000"/>
              </a:lnSpc>
              <a:spcBef>
                <a:spcPts val="95"/>
              </a:spcBef>
            </a:pPr>
            <a:r>
              <a:rPr dirty="0"/>
              <a:t>iMile</a:t>
            </a:r>
            <a:r>
              <a:rPr spc="-25" dirty="0"/>
              <a:t> </a:t>
            </a:r>
            <a:r>
              <a:rPr spc="-10" dirty="0"/>
              <a:t>MÉXICO</a:t>
            </a:r>
            <a:endParaRPr spc="-10" dirty="0"/>
          </a:p>
        </p:txBody>
      </p:sp>
      <p:grpSp>
        <p:nvGrpSpPr>
          <p:cNvPr id="5" name="object 5"/>
          <p:cNvGrpSpPr/>
          <p:nvPr/>
        </p:nvGrpSpPr>
        <p:grpSpPr>
          <a:xfrm>
            <a:off x="642464" y="315468"/>
            <a:ext cx="11060430" cy="1513205"/>
            <a:chOff x="642464" y="315468"/>
            <a:chExt cx="11060430" cy="151320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94492" y="315468"/>
              <a:ext cx="908303" cy="4876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2464" y="1357946"/>
              <a:ext cx="516584" cy="47020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56590" y="1950085"/>
            <a:ext cx="210439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585858"/>
                </a:solidFill>
                <a:latin typeface="Microsoft YaHei" panose="020B0503020204020204" charset="-122"/>
                <a:cs typeface="Microsoft YaHei" panose="020B0503020204020204" charset="-122"/>
              </a:rPr>
              <a:t>3RDC+27DC+400DS</a:t>
            </a:r>
            <a:endParaRPr sz="16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7380" y="2537146"/>
            <a:ext cx="571762" cy="57499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98500" y="3162935"/>
            <a:ext cx="133858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35" dirty="0">
                <a:solidFill>
                  <a:srgbClr val="585858"/>
                </a:solidFill>
                <a:latin typeface="Microsoft YaHei" panose="020B0503020204020204" charset="-122"/>
                <a:cs typeface="Microsoft YaHei" panose="020B0503020204020204" charset="-122"/>
              </a:rPr>
              <a:t>Todo</a:t>
            </a:r>
            <a:r>
              <a:rPr sz="1600" b="1" spc="-60" dirty="0">
                <a:solidFill>
                  <a:srgbClr val="58585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b="1" spc="-10" dirty="0">
                <a:solidFill>
                  <a:srgbClr val="585858"/>
                </a:solidFill>
                <a:latin typeface="Microsoft YaHei" panose="020B0503020204020204" charset="-122"/>
                <a:cs typeface="Microsoft YaHei" panose="020B0503020204020204" charset="-122"/>
              </a:rPr>
              <a:t>México</a:t>
            </a:r>
            <a:endParaRPr sz="16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3642" y="5009069"/>
            <a:ext cx="728388" cy="48809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27075" y="5535929"/>
            <a:ext cx="68008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585858"/>
                </a:solidFill>
                <a:latin typeface="Microsoft YaHei" panose="020B0503020204020204" charset="-122"/>
                <a:cs typeface="Microsoft YaHei" panose="020B0503020204020204" charset="-122"/>
              </a:rPr>
              <a:t>2500+</a:t>
            </a:r>
            <a:endParaRPr sz="16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7112" y="3656076"/>
            <a:ext cx="592281" cy="701963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702944" y="4321175"/>
            <a:ext cx="68008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585858"/>
                </a:solidFill>
                <a:latin typeface="Microsoft YaHei" panose="020B0503020204020204" charset="-122"/>
                <a:cs typeface="Microsoft YaHei" panose="020B0503020204020204" charset="-122"/>
              </a:rPr>
              <a:t>2300+</a:t>
            </a:r>
            <a:endParaRPr sz="16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176894" y="1748205"/>
            <a:ext cx="2446020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La</a:t>
            </a:r>
            <a:r>
              <a:rPr sz="1400" b="1" spc="-25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400" b="1" spc="-10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capacidad</a:t>
            </a:r>
            <a:r>
              <a:rPr sz="1400" b="1" spc="-30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400" b="1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total</a:t>
            </a:r>
            <a:r>
              <a:rPr sz="1400" b="1" spc="-25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 de </a:t>
            </a:r>
            <a:r>
              <a:rPr sz="1400" b="1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entrega</a:t>
            </a:r>
            <a:r>
              <a:rPr sz="1400" b="1" spc="-25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400" b="1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de</a:t>
            </a:r>
            <a:r>
              <a:rPr sz="1400" b="1" spc="-25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400" b="1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más</a:t>
            </a:r>
            <a:r>
              <a:rPr sz="1400" b="1" spc="-30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400" b="1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de</a:t>
            </a:r>
            <a:r>
              <a:rPr sz="1400" b="1" spc="-25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400" b="1" spc="-10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500,000 </a:t>
            </a:r>
            <a:r>
              <a:rPr sz="1400" b="1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pedidos</a:t>
            </a:r>
            <a:r>
              <a:rPr sz="1400" b="1" spc="-55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400" b="1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por</a:t>
            </a:r>
            <a:r>
              <a:rPr sz="1400" b="1" spc="-45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400" b="1" spc="-20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día.</a:t>
            </a:r>
            <a:endParaRPr sz="14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108897" y="1061719"/>
            <a:ext cx="693699" cy="707605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8292465" y="2851086"/>
            <a:ext cx="2354580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Inversión</a:t>
            </a:r>
            <a:r>
              <a:rPr sz="1400" b="1" spc="-15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400" b="1" spc="-10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continua </a:t>
            </a:r>
            <a:r>
              <a:rPr sz="1400" b="1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estratégica</a:t>
            </a:r>
            <a:r>
              <a:rPr sz="1400" b="1" spc="-35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400" b="1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y</a:t>
            </a:r>
            <a:r>
              <a:rPr sz="1400" b="1" spc="-35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400" b="1" spc="-10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significativa </a:t>
            </a:r>
            <a:r>
              <a:rPr sz="120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Centro</a:t>
            </a:r>
            <a:r>
              <a:rPr sz="1200" spc="-3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de</a:t>
            </a:r>
            <a:r>
              <a:rPr sz="1200" spc="-35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Distribución</a:t>
            </a:r>
            <a:r>
              <a:rPr sz="1200" spc="-3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1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Regional </a:t>
            </a:r>
            <a:r>
              <a:rPr sz="120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(CDR)</a:t>
            </a:r>
            <a:r>
              <a:rPr sz="1200" spc="-15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con</a:t>
            </a:r>
            <a:r>
              <a:rPr sz="1200" spc="-1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un</a:t>
            </a:r>
            <a:r>
              <a:rPr sz="1200" spc="-1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área</a:t>
            </a:r>
            <a:r>
              <a:rPr sz="1200" spc="-1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de</a:t>
            </a:r>
            <a:r>
              <a:rPr sz="1200" spc="-15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1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15,000 </a:t>
            </a:r>
            <a:r>
              <a:rPr sz="120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metros</a:t>
            </a:r>
            <a:r>
              <a:rPr sz="1200" spc="-6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1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cuadrados.</a:t>
            </a:r>
            <a:endParaRPr sz="1200">
              <a:latin typeface="Microsoft YaHei" panose="020B0503020204020204" charset="-122"/>
              <a:cs typeface="Microsoft YaHei" panose="020B0503020204020204" charset="-122"/>
            </a:endParaRPr>
          </a:p>
          <a:p>
            <a:pPr marL="26035" marR="17145" algn="ctr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Soporte</a:t>
            </a:r>
            <a:r>
              <a:rPr sz="1200" spc="-3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clave</a:t>
            </a:r>
            <a:r>
              <a:rPr sz="1200" spc="-25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para</a:t>
            </a:r>
            <a:r>
              <a:rPr sz="1200" spc="-25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tecnología</a:t>
            </a:r>
            <a:r>
              <a:rPr sz="1200" spc="-2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5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y </a:t>
            </a:r>
            <a:r>
              <a:rPr sz="120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equipos</a:t>
            </a:r>
            <a:r>
              <a:rPr sz="1200" spc="-25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1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operativos.</a:t>
            </a:r>
            <a:endParaRPr sz="12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551176" y="2183117"/>
            <a:ext cx="7352030" cy="2155825"/>
            <a:chOff x="2551176" y="2183117"/>
            <a:chExt cx="7352030" cy="2155825"/>
          </a:xfrm>
        </p:grpSpPr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041891" y="2183117"/>
              <a:ext cx="861021" cy="82508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51176" y="3634740"/>
              <a:ext cx="704088" cy="704088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2635250" y="4295775"/>
            <a:ext cx="59436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solidFill>
                  <a:srgbClr val="585858"/>
                </a:solidFill>
                <a:latin typeface="Microsoft YaHei" panose="020B0503020204020204" charset="-122"/>
                <a:cs typeface="Microsoft YaHei" panose="020B0503020204020204" charset="-122"/>
              </a:rPr>
              <a:t>CDMX</a:t>
            </a:r>
            <a:endParaRPr sz="14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pic>
        <p:nvPicPr>
          <p:cNvPr id="22" name="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587751" y="4802123"/>
            <a:ext cx="781812" cy="781812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2631439" y="5534025"/>
            <a:ext cx="137668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585858"/>
                </a:solidFill>
                <a:latin typeface="Microsoft YaHei" panose="020B0503020204020204" charset="-122"/>
                <a:cs typeface="Microsoft YaHei" panose="020B0503020204020204" charset="-122"/>
              </a:rPr>
              <a:t>98%</a:t>
            </a:r>
            <a:r>
              <a:rPr sz="1600" b="1" spc="-30" dirty="0">
                <a:solidFill>
                  <a:srgbClr val="58585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b="1" dirty="0">
                <a:solidFill>
                  <a:srgbClr val="585858"/>
                </a:solidFill>
                <a:latin typeface="Microsoft YaHei" panose="020B0503020204020204" charset="-122"/>
                <a:cs typeface="Microsoft YaHei" panose="020B0503020204020204" charset="-122"/>
              </a:rPr>
              <a:t>zip</a:t>
            </a:r>
            <a:r>
              <a:rPr sz="1600" b="1" spc="-30" dirty="0">
                <a:solidFill>
                  <a:srgbClr val="58585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b="1" spc="-20" dirty="0">
                <a:solidFill>
                  <a:srgbClr val="585858"/>
                </a:solidFill>
                <a:latin typeface="Microsoft YaHei" panose="020B0503020204020204" charset="-122"/>
                <a:cs typeface="Microsoft YaHei" panose="020B0503020204020204" charset="-122"/>
              </a:rPr>
              <a:t>code</a:t>
            </a:r>
            <a:endParaRPr sz="16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" name="Cuadro de texto 131"/>
          <p:cNvSpPr txBox="1"/>
          <p:nvPr/>
        </p:nvSpPr>
        <p:spPr>
          <a:xfrm>
            <a:off x="1400175" y="6172835"/>
            <a:ext cx="2284730" cy="1172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s-MX" altLang="en-US" sz="1400"/>
              <a:t>Se escanean paquetes para asignar a driver</a:t>
            </a:r>
            <a:endParaRPr lang="es-MX" altLang="en-US" sz="1400"/>
          </a:p>
        </p:txBody>
      </p:sp>
      <p:sp>
        <p:nvSpPr>
          <p:cNvPr id="133" name="Cuadro de texto 132"/>
          <p:cNvSpPr txBox="1"/>
          <p:nvPr/>
        </p:nvSpPr>
        <p:spPr>
          <a:xfrm>
            <a:off x="4168775" y="6231890"/>
            <a:ext cx="1631950" cy="1172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s-MX" altLang="en-US" sz="1400"/>
              <a:t>Driver sale a entrega</a:t>
            </a:r>
            <a:endParaRPr lang="es-MX" altLang="en-US" sz="1400"/>
          </a:p>
        </p:txBody>
      </p:sp>
      <p:grpSp>
        <p:nvGrpSpPr>
          <p:cNvPr id="134" name="Grupo 133"/>
          <p:cNvGrpSpPr/>
          <p:nvPr/>
        </p:nvGrpSpPr>
        <p:grpSpPr>
          <a:xfrm>
            <a:off x="-635" y="-17145"/>
            <a:ext cx="12213590" cy="6888480"/>
            <a:chOff x="-1" y="-27"/>
            <a:chExt cx="19234" cy="10848"/>
          </a:xfrm>
        </p:grpSpPr>
        <p:sp>
          <p:nvSpPr>
            <p:cNvPr id="135" name="Rectángulo 134"/>
            <p:cNvSpPr/>
            <p:nvPr/>
          </p:nvSpPr>
          <p:spPr>
            <a:xfrm>
              <a:off x="-1" y="-27"/>
              <a:ext cx="19234" cy="878"/>
            </a:xfrm>
            <a:prstGeom prst="rect">
              <a:avLst/>
            </a:prstGeom>
            <a:solidFill>
              <a:srgbClr val="0066CC">
                <a:lumMod val="75000"/>
              </a:srgbClr>
            </a:solidFill>
            <a:ln w="9525" cap="flat" cmpd="sng" algn="ctr">
              <a:solidFill>
                <a:srgbClr val="0066C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136" name="Rectángulo 135"/>
            <p:cNvSpPr/>
            <p:nvPr/>
          </p:nvSpPr>
          <p:spPr>
            <a:xfrm>
              <a:off x="-1" y="868"/>
              <a:ext cx="19234" cy="9953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137" name="Cuadro de texto 136"/>
            <p:cNvSpPr txBox="1"/>
            <p:nvPr/>
          </p:nvSpPr>
          <p:spPr>
            <a:xfrm>
              <a:off x="842" y="0"/>
              <a:ext cx="15685" cy="104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s-MX" altLang="en-US" sz="3200" b="1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Proceso iMile Delivery</a:t>
              </a:r>
              <a:endParaRPr lang="es-MX" altLang="en-US" sz="32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" name="Cuadro de texto 137"/>
            <p:cNvSpPr txBox="1"/>
            <p:nvPr/>
          </p:nvSpPr>
          <p:spPr>
            <a:xfrm>
              <a:off x="4218" y="3269"/>
              <a:ext cx="2570" cy="56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s-MX" altLang="en-US" sz="1400"/>
                <a:t>Recolección en CDMX</a:t>
              </a:r>
              <a:endParaRPr lang="es-MX" altLang="en-US" sz="1400"/>
            </a:p>
          </p:txBody>
        </p:sp>
        <p:sp>
          <p:nvSpPr>
            <p:cNvPr id="139" name="Cuadro de texto 138"/>
            <p:cNvSpPr txBox="1"/>
            <p:nvPr/>
          </p:nvSpPr>
          <p:spPr>
            <a:xfrm>
              <a:off x="7522" y="3311"/>
              <a:ext cx="2570" cy="64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s-MX" altLang="en-US" sz="1400"/>
                <a:t>Escaneo de guía.</a:t>
              </a:r>
              <a:endParaRPr lang="es-MX" altLang="en-US" sz="1400"/>
            </a:p>
          </p:txBody>
        </p:sp>
        <p:sp>
          <p:nvSpPr>
            <p:cNvPr id="140" name="Cuadro de texto 139"/>
            <p:cNvSpPr txBox="1"/>
            <p:nvPr/>
          </p:nvSpPr>
          <p:spPr>
            <a:xfrm>
              <a:off x="12542" y="3221"/>
              <a:ext cx="2570" cy="184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s-MX" altLang="en-US" sz="1400"/>
                <a:t>Segregación de paquetes por estado</a:t>
              </a:r>
              <a:endParaRPr lang="es-MX" altLang="en-US" sz="1400"/>
            </a:p>
          </p:txBody>
        </p:sp>
        <p:sp>
          <p:nvSpPr>
            <p:cNvPr id="141" name="Cuadro de texto 140"/>
            <p:cNvSpPr txBox="1"/>
            <p:nvPr/>
          </p:nvSpPr>
          <p:spPr>
            <a:xfrm>
              <a:off x="6565" y="6416"/>
              <a:ext cx="4081" cy="56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s-MX" altLang="en-US" sz="1400"/>
                <a:t>Consolidación de paquetes por C.P. para entrega</a:t>
              </a:r>
              <a:endParaRPr lang="es-MX" altLang="en-US" sz="1400"/>
            </a:p>
          </p:txBody>
        </p:sp>
        <p:sp>
          <p:nvSpPr>
            <p:cNvPr id="142" name="Cuadro de texto 141"/>
            <p:cNvSpPr txBox="1"/>
            <p:nvPr/>
          </p:nvSpPr>
          <p:spPr>
            <a:xfrm>
              <a:off x="2020" y="6253"/>
              <a:ext cx="2570" cy="79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s-MX" altLang="en-US" sz="1400"/>
                <a:t>Auditoria a ruta de reparto</a:t>
              </a:r>
              <a:endParaRPr lang="es-MX" altLang="en-US" sz="1400"/>
            </a:p>
          </p:txBody>
        </p:sp>
        <p:sp>
          <p:nvSpPr>
            <p:cNvPr id="143" name="Cuadro de texto 142"/>
            <p:cNvSpPr txBox="1"/>
            <p:nvPr/>
          </p:nvSpPr>
          <p:spPr>
            <a:xfrm>
              <a:off x="10297" y="9685"/>
              <a:ext cx="3751" cy="56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s-MX" altLang="en-US" sz="1400"/>
                <a:t>Se entrega paquete  al cliente, con evidencia de entrega (Foto)</a:t>
              </a:r>
              <a:endParaRPr lang="es-MX" altLang="en-US" sz="1400"/>
            </a:p>
          </p:txBody>
        </p:sp>
        <p:grpSp>
          <p:nvGrpSpPr>
            <p:cNvPr id="144" name="Grupo 143"/>
            <p:cNvGrpSpPr/>
            <p:nvPr/>
          </p:nvGrpSpPr>
          <p:grpSpPr>
            <a:xfrm>
              <a:off x="979" y="2167"/>
              <a:ext cx="15837" cy="4065"/>
              <a:chOff x="891" y="3472"/>
              <a:chExt cx="14817" cy="3088"/>
            </a:xfrm>
          </p:grpSpPr>
          <p:sp>
            <p:nvSpPr>
              <p:cNvPr id="145" name="Arco de bloque 144"/>
              <p:cNvSpPr/>
              <p:nvPr/>
            </p:nvSpPr>
            <p:spPr>
              <a:xfrm rot="5400000">
                <a:off x="13009" y="3861"/>
                <a:ext cx="3088" cy="2310"/>
              </a:xfrm>
              <a:prstGeom prst="blockArc">
                <a:avLst/>
              </a:prstGeom>
              <a:solidFill>
                <a:srgbClr val="0066CC"/>
              </a:solidFill>
              <a:ln w="9525" cap="flat" cmpd="sng" algn="ctr">
                <a:solidFill>
                  <a:srgbClr val="0066CC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1440" tIns="45720" rIns="91440" bIns="45720" numCol="1" anchor="ctr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</p:txBody>
          </p:sp>
          <p:sp>
            <p:nvSpPr>
              <p:cNvPr id="146" name="Rectángulo 145"/>
              <p:cNvSpPr/>
              <p:nvPr/>
            </p:nvSpPr>
            <p:spPr>
              <a:xfrm>
                <a:off x="891" y="3472"/>
                <a:ext cx="13689" cy="472"/>
              </a:xfrm>
              <a:prstGeom prst="rect">
                <a:avLst/>
              </a:prstGeom>
              <a:solidFill>
                <a:srgbClr val="0066CC"/>
              </a:solidFill>
              <a:ln w="9525" cap="flat" cmpd="sng" algn="ctr">
                <a:solidFill>
                  <a:srgbClr val="0066CC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1440" tIns="45720" rIns="91440" bIns="45720" numCol="1" anchor="ctr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</p:txBody>
          </p:sp>
        </p:grpSp>
        <p:sp>
          <p:nvSpPr>
            <p:cNvPr id="147" name="Rectángulo 146"/>
            <p:cNvSpPr/>
            <p:nvPr/>
          </p:nvSpPr>
          <p:spPr>
            <a:xfrm>
              <a:off x="2020" y="5609"/>
              <a:ext cx="13590" cy="621"/>
            </a:xfrm>
            <a:prstGeom prst="rect">
              <a:avLst/>
            </a:prstGeom>
            <a:solidFill>
              <a:srgbClr val="0066CC"/>
            </a:solidFill>
            <a:ln w="9525" cap="flat" cmpd="sng" algn="ctr">
              <a:solidFill>
                <a:srgbClr val="0066C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148" name="Arco de bloque 147"/>
            <p:cNvSpPr/>
            <p:nvPr/>
          </p:nvSpPr>
          <p:spPr>
            <a:xfrm rot="16200000">
              <a:off x="-32" y="6407"/>
              <a:ext cx="4065" cy="2469"/>
            </a:xfrm>
            <a:prstGeom prst="blockArc">
              <a:avLst/>
            </a:prstGeom>
            <a:solidFill>
              <a:srgbClr val="0066CC"/>
            </a:solidFill>
            <a:ln w="9525" cap="flat" cmpd="sng" algn="ctr">
              <a:solidFill>
                <a:srgbClr val="0066C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149" name="Rectángulo 148"/>
            <p:cNvSpPr/>
            <p:nvPr/>
          </p:nvSpPr>
          <p:spPr>
            <a:xfrm>
              <a:off x="2020" y="9051"/>
              <a:ext cx="13590" cy="621"/>
            </a:xfrm>
            <a:prstGeom prst="rect">
              <a:avLst/>
            </a:prstGeom>
            <a:solidFill>
              <a:srgbClr val="0066CC"/>
            </a:solidFill>
            <a:ln w="9525" cap="flat" cmpd="sng" algn="ctr">
              <a:solidFill>
                <a:srgbClr val="0066C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150" name="Cuadro de texto 149"/>
            <p:cNvSpPr txBox="1"/>
            <p:nvPr/>
          </p:nvSpPr>
          <p:spPr>
            <a:xfrm>
              <a:off x="11816" y="6400"/>
              <a:ext cx="3407" cy="91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s-MX" altLang="en-US" sz="1400"/>
                <a:t>Revisión y segregación  de paquetes por destino.</a:t>
              </a:r>
              <a:endParaRPr lang="es-MX" altLang="en-US" sz="1400"/>
            </a:p>
          </p:txBody>
        </p:sp>
        <p:pic>
          <p:nvPicPr>
            <p:cNvPr id="151" name="Imagen 150"/>
            <p:cNvPicPr>
              <a:picLocks noChangeAspect="1"/>
            </p:cNvPicPr>
            <p:nvPr/>
          </p:nvPicPr>
          <p:blipFill>
            <a:blip r:embed="rId1"/>
            <a:srcRect t="36676" b="33750"/>
            <a:stretch>
              <a:fillRect/>
            </a:stretch>
          </p:blipFill>
          <p:spPr>
            <a:xfrm>
              <a:off x="12344" y="1299"/>
              <a:ext cx="2966" cy="2005"/>
            </a:xfrm>
            <a:prstGeom prst="rect">
              <a:avLst/>
            </a:prstGeom>
          </p:spPr>
        </p:pic>
        <p:pic>
          <p:nvPicPr>
            <p:cNvPr id="152" name="Imagen 1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05" y="4104"/>
              <a:ext cx="2282" cy="2282"/>
            </a:xfrm>
            <a:prstGeom prst="rect">
              <a:avLst/>
            </a:prstGeom>
          </p:spPr>
        </p:pic>
        <p:pic>
          <p:nvPicPr>
            <p:cNvPr id="153" name="Imagen 152"/>
            <p:cNvPicPr>
              <a:picLocks noChangeAspect="1"/>
            </p:cNvPicPr>
            <p:nvPr/>
          </p:nvPicPr>
          <p:blipFill>
            <a:blip r:embed="rId3"/>
            <a:srcRect l="7331" t="3451" r="7487" b="2995"/>
            <a:stretch>
              <a:fillRect/>
            </a:stretch>
          </p:blipFill>
          <p:spPr>
            <a:xfrm>
              <a:off x="12513" y="4542"/>
              <a:ext cx="1535" cy="1686"/>
            </a:xfrm>
            <a:prstGeom prst="rect">
              <a:avLst/>
            </a:prstGeom>
          </p:spPr>
        </p:pic>
        <p:pic>
          <p:nvPicPr>
            <p:cNvPr id="154" name="Imagen 153"/>
            <p:cNvPicPr>
              <a:picLocks noChangeAspect="1"/>
            </p:cNvPicPr>
            <p:nvPr/>
          </p:nvPicPr>
          <p:blipFill>
            <a:blip r:embed="rId4"/>
            <a:srcRect l="27227" t="3034" r="26940" b="3099"/>
            <a:stretch>
              <a:fillRect/>
            </a:stretch>
          </p:blipFill>
          <p:spPr>
            <a:xfrm>
              <a:off x="3235" y="7698"/>
              <a:ext cx="982" cy="2011"/>
            </a:xfrm>
            <a:prstGeom prst="rect">
              <a:avLst/>
            </a:prstGeom>
          </p:spPr>
        </p:pic>
        <p:pic>
          <p:nvPicPr>
            <p:cNvPr id="155" name="Imagen 154"/>
            <p:cNvPicPr>
              <a:picLocks noChangeAspect="1"/>
            </p:cNvPicPr>
            <p:nvPr/>
          </p:nvPicPr>
          <p:blipFill>
            <a:blip r:embed="rId5"/>
            <a:srcRect l="1992" t="5313" r="2656" b="4870"/>
            <a:stretch>
              <a:fillRect/>
            </a:stretch>
          </p:blipFill>
          <p:spPr>
            <a:xfrm>
              <a:off x="4327" y="8140"/>
              <a:ext cx="1626" cy="1532"/>
            </a:xfrm>
            <a:prstGeom prst="rect">
              <a:avLst/>
            </a:prstGeom>
          </p:spPr>
        </p:pic>
        <p:pic>
          <p:nvPicPr>
            <p:cNvPr id="156" name="Imagen 15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103" y="7957"/>
              <a:ext cx="2439" cy="1626"/>
            </a:xfrm>
            <a:prstGeom prst="rect">
              <a:avLst/>
            </a:prstGeom>
          </p:spPr>
        </p:pic>
        <p:pic>
          <p:nvPicPr>
            <p:cNvPr id="157" name="Imagen 156"/>
            <p:cNvPicPr>
              <a:picLocks noChangeAspect="1"/>
            </p:cNvPicPr>
            <p:nvPr/>
          </p:nvPicPr>
          <p:blipFill>
            <a:blip r:embed="rId7"/>
            <a:srcRect l="12919" t="30202" r="6149" b="32578"/>
            <a:stretch>
              <a:fillRect/>
            </a:stretch>
          </p:blipFill>
          <p:spPr>
            <a:xfrm>
              <a:off x="17414" y="71"/>
              <a:ext cx="1509" cy="694"/>
            </a:xfrm>
            <a:prstGeom prst="rect">
              <a:avLst/>
            </a:prstGeom>
          </p:spPr>
        </p:pic>
        <p:pic>
          <p:nvPicPr>
            <p:cNvPr id="158" name="Imagen 157" descr="Logo iMile azul sin fondo"/>
            <p:cNvPicPr>
              <a:picLocks noChangeAspect="1"/>
            </p:cNvPicPr>
            <p:nvPr/>
          </p:nvPicPr>
          <p:blipFill>
            <a:blip r:embed="rId8"/>
            <a:srcRect l="11843" t="29824" r="12472" b="30389"/>
            <a:stretch>
              <a:fillRect/>
            </a:stretch>
          </p:blipFill>
          <p:spPr>
            <a:xfrm>
              <a:off x="15748" y="8582"/>
              <a:ext cx="3334" cy="1754"/>
            </a:xfrm>
            <a:prstGeom prst="rect">
              <a:avLst/>
            </a:prstGeom>
          </p:spPr>
        </p:pic>
      </p:grpSp>
      <p:pic>
        <p:nvPicPr>
          <p:cNvPr id="159" name="Imagen 158"/>
          <p:cNvPicPr/>
          <p:nvPr/>
        </p:nvPicPr>
        <p:blipFill>
          <a:blip r:embed="rId9"/>
          <a:stretch>
            <a:fillRect/>
          </a:stretch>
        </p:blipFill>
        <p:spPr>
          <a:xfrm>
            <a:off x="2678430" y="1212850"/>
            <a:ext cx="1605915" cy="791845"/>
          </a:xfrm>
          <a:prstGeom prst="rect">
            <a:avLst/>
          </a:prstGeom>
        </p:spPr>
      </p:pic>
      <p:grpSp>
        <p:nvGrpSpPr>
          <p:cNvPr id="160" name="Grupo 159"/>
          <p:cNvGrpSpPr/>
          <p:nvPr/>
        </p:nvGrpSpPr>
        <p:grpSpPr>
          <a:xfrm>
            <a:off x="5038725" y="886460"/>
            <a:ext cx="1118235" cy="1118235"/>
            <a:chOff x="4487" y="1520"/>
            <a:chExt cx="1761" cy="1761"/>
          </a:xfrm>
        </p:grpSpPr>
        <p:pic>
          <p:nvPicPr>
            <p:cNvPr id="161" name="Imagen 16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87" y="1520"/>
              <a:ext cx="1761" cy="1761"/>
            </a:xfrm>
            <a:prstGeom prst="rect">
              <a:avLst/>
            </a:prstGeom>
          </p:spPr>
        </p:pic>
        <p:pic>
          <p:nvPicPr>
            <p:cNvPr id="162" name="Imagen 161"/>
            <p:cNvPicPr/>
            <p:nvPr/>
          </p:nvPicPr>
          <p:blipFill>
            <a:blip r:embed="rId10"/>
            <a:stretch>
              <a:fillRect/>
            </a:stretch>
          </p:blipFill>
          <p:spPr>
            <a:xfrm>
              <a:off x="4487" y="2167"/>
              <a:ext cx="942" cy="1050"/>
            </a:xfrm>
            <a:prstGeom prst="rect">
              <a:avLst/>
            </a:prstGeom>
          </p:spPr>
        </p:pic>
      </p:grpSp>
      <p:pic>
        <p:nvPicPr>
          <p:cNvPr id="163" name="Imagen 162"/>
          <p:cNvPicPr/>
          <p:nvPr/>
        </p:nvPicPr>
        <p:blipFill>
          <a:blip r:embed="rId11"/>
          <a:stretch>
            <a:fillRect/>
          </a:stretch>
        </p:blipFill>
        <p:spPr>
          <a:xfrm>
            <a:off x="1519555" y="805815"/>
            <a:ext cx="365125" cy="304165"/>
          </a:xfrm>
          <a:prstGeom prst="rect">
            <a:avLst/>
          </a:prstGeom>
        </p:spPr>
      </p:pic>
      <p:sp>
        <p:nvSpPr>
          <p:cNvPr id="164" name="Cuadro de texto 163"/>
          <p:cNvSpPr txBox="1"/>
          <p:nvPr/>
        </p:nvSpPr>
        <p:spPr>
          <a:xfrm>
            <a:off x="6672580" y="581025"/>
            <a:ext cx="1631950" cy="409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s-MX" altLang="en-US" sz="1400"/>
              <a:t>.</a:t>
            </a:r>
            <a:endParaRPr lang="es-MX" altLang="en-US" sz="1400"/>
          </a:p>
        </p:txBody>
      </p:sp>
      <p:pic>
        <p:nvPicPr>
          <p:cNvPr id="165" name="Imagen 164"/>
          <p:cNvPicPr/>
          <p:nvPr/>
        </p:nvPicPr>
        <p:blipFill>
          <a:blip r:embed="rId12"/>
          <a:stretch>
            <a:fillRect/>
          </a:stretch>
        </p:blipFill>
        <p:spPr>
          <a:xfrm>
            <a:off x="621665" y="1022985"/>
            <a:ext cx="1003935" cy="747395"/>
          </a:xfrm>
          <a:prstGeom prst="rect">
            <a:avLst/>
          </a:prstGeom>
        </p:spPr>
      </p:pic>
      <p:sp>
        <p:nvSpPr>
          <p:cNvPr id="166" name="Cuadro de texto 165"/>
          <p:cNvSpPr txBox="1"/>
          <p:nvPr/>
        </p:nvSpPr>
        <p:spPr>
          <a:xfrm>
            <a:off x="442595" y="2105660"/>
            <a:ext cx="1631950" cy="359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s-MX" altLang="en-US" sz="1400"/>
              <a:t>Generación de guía</a:t>
            </a:r>
            <a:endParaRPr lang="es-MX" altLang="en-US" sz="1400"/>
          </a:p>
        </p:txBody>
      </p:sp>
      <p:pic>
        <p:nvPicPr>
          <p:cNvPr id="167" name="Imagen 166"/>
          <p:cNvPicPr/>
          <p:nvPr/>
        </p:nvPicPr>
        <p:blipFill>
          <a:blip r:embed="rId12"/>
          <a:stretch>
            <a:fillRect/>
          </a:stretch>
        </p:blipFill>
        <p:spPr>
          <a:xfrm>
            <a:off x="748665" y="1149985"/>
            <a:ext cx="1003935" cy="747395"/>
          </a:xfrm>
          <a:prstGeom prst="rect">
            <a:avLst/>
          </a:prstGeom>
        </p:spPr>
      </p:pic>
      <p:sp>
        <p:nvSpPr>
          <p:cNvPr id="168" name="Cuadro de texto 167"/>
          <p:cNvSpPr txBox="1"/>
          <p:nvPr/>
        </p:nvSpPr>
        <p:spPr>
          <a:xfrm>
            <a:off x="1479550" y="782320"/>
            <a:ext cx="1631950" cy="359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s-MX" altLang="en-US" sz="1000"/>
              <a:t>Conexión API</a:t>
            </a:r>
            <a:endParaRPr lang="es-MX" altLang="en-US" sz="1000"/>
          </a:p>
        </p:txBody>
      </p:sp>
      <p:grpSp>
        <p:nvGrpSpPr>
          <p:cNvPr id="169" name="Grupo 168"/>
          <p:cNvGrpSpPr/>
          <p:nvPr/>
        </p:nvGrpSpPr>
        <p:grpSpPr>
          <a:xfrm>
            <a:off x="5270500" y="661035"/>
            <a:ext cx="1631950" cy="425450"/>
            <a:chOff x="8300" y="1041"/>
            <a:chExt cx="2570" cy="670"/>
          </a:xfrm>
        </p:grpSpPr>
        <p:sp>
          <p:nvSpPr>
            <p:cNvPr id="170" name="Cuadro de texto 169"/>
            <p:cNvSpPr txBox="1"/>
            <p:nvPr/>
          </p:nvSpPr>
          <p:spPr>
            <a:xfrm>
              <a:off x="8300" y="1145"/>
              <a:ext cx="2570" cy="56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s-MX" altLang="en-US" sz="1000"/>
                <a:t>Conexión API</a:t>
              </a:r>
              <a:endParaRPr lang="es-MX" altLang="en-US" sz="1000"/>
            </a:p>
          </p:txBody>
        </p:sp>
        <p:pic>
          <p:nvPicPr>
            <p:cNvPr id="171" name="Imagen 170"/>
            <p:cNvPicPr/>
            <p:nvPr/>
          </p:nvPicPr>
          <p:blipFill>
            <a:blip r:embed="rId11"/>
            <a:stretch>
              <a:fillRect/>
            </a:stretch>
          </p:blipFill>
          <p:spPr>
            <a:xfrm>
              <a:off x="8302" y="1041"/>
              <a:ext cx="575" cy="479"/>
            </a:xfrm>
            <a:prstGeom prst="rect">
              <a:avLst/>
            </a:prstGeom>
          </p:spPr>
        </p:pic>
      </p:grpSp>
      <p:sp>
        <p:nvSpPr>
          <p:cNvPr id="172" name="Cuadro de texto 171"/>
          <p:cNvSpPr txBox="1"/>
          <p:nvPr/>
        </p:nvSpPr>
        <p:spPr>
          <a:xfrm>
            <a:off x="10433050" y="2952750"/>
            <a:ext cx="1439545" cy="591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s-MX" altLang="en-US" sz="1400"/>
              <a:t>Conexión a nivel nacional</a:t>
            </a:r>
            <a:endParaRPr lang="es-MX" altLang="en-US" sz="1400"/>
          </a:p>
        </p:txBody>
      </p:sp>
      <p:pic>
        <p:nvPicPr>
          <p:cNvPr id="173" name="Imagen 172"/>
          <p:cNvPicPr/>
          <p:nvPr/>
        </p:nvPicPr>
        <p:blipFill>
          <a:blip r:embed="rId9"/>
          <a:stretch>
            <a:fillRect/>
          </a:stretch>
        </p:blipFill>
        <p:spPr>
          <a:xfrm>
            <a:off x="9817735" y="2235835"/>
            <a:ext cx="1605915" cy="791845"/>
          </a:xfrm>
          <a:prstGeom prst="rect">
            <a:avLst/>
          </a:prstGeom>
        </p:spPr>
      </p:pic>
      <p:pic>
        <p:nvPicPr>
          <p:cNvPr id="174" name="Imagen 173"/>
          <p:cNvPicPr/>
          <p:nvPr/>
        </p:nvPicPr>
        <p:blipFill>
          <a:blip r:embed="rId9"/>
          <a:stretch>
            <a:fillRect/>
          </a:stretch>
        </p:blipFill>
        <p:spPr>
          <a:xfrm>
            <a:off x="4711700" y="3202940"/>
            <a:ext cx="1605915" cy="791845"/>
          </a:xfrm>
          <a:prstGeom prst="rect">
            <a:avLst/>
          </a:prstGeom>
        </p:spPr>
      </p:pic>
      <p:sp>
        <p:nvSpPr>
          <p:cNvPr id="175" name="Cuadro de texto 174"/>
          <p:cNvSpPr txBox="1"/>
          <p:nvPr/>
        </p:nvSpPr>
        <p:spPr>
          <a:xfrm>
            <a:off x="2052955" y="6189345"/>
            <a:ext cx="1631950" cy="5073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s-MX" altLang="en-US" sz="1400"/>
              <a:t>Ruta última milla</a:t>
            </a:r>
            <a:endParaRPr lang="es-MX" altLang="en-US" sz="1400"/>
          </a:p>
        </p:txBody>
      </p:sp>
      <p:grpSp>
        <p:nvGrpSpPr>
          <p:cNvPr id="176" name="Grupo 175"/>
          <p:cNvGrpSpPr/>
          <p:nvPr/>
        </p:nvGrpSpPr>
        <p:grpSpPr>
          <a:xfrm>
            <a:off x="10799445" y="1964055"/>
            <a:ext cx="1631950" cy="425450"/>
            <a:chOff x="8300" y="1041"/>
            <a:chExt cx="2570" cy="670"/>
          </a:xfrm>
        </p:grpSpPr>
        <p:sp>
          <p:nvSpPr>
            <p:cNvPr id="177" name="Cuadro de texto 176"/>
            <p:cNvSpPr txBox="1"/>
            <p:nvPr/>
          </p:nvSpPr>
          <p:spPr>
            <a:xfrm>
              <a:off x="8300" y="1145"/>
              <a:ext cx="2570" cy="56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s-MX" altLang="en-US" sz="1000"/>
                <a:t>Conexión API</a:t>
              </a:r>
              <a:endParaRPr lang="es-MX" altLang="en-US" sz="1000"/>
            </a:p>
          </p:txBody>
        </p:sp>
        <p:pic>
          <p:nvPicPr>
            <p:cNvPr id="178" name="Imagen 177"/>
            <p:cNvPicPr/>
            <p:nvPr/>
          </p:nvPicPr>
          <p:blipFill>
            <a:blip r:embed="rId11"/>
            <a:stretch>
              <a:fillRect/>
            </a:stretch>
          </p:blipFill>
          <p:spPr>
            <a:xfrm>
              <a:off x="8302" y="1041"/>
              <a:ext cx="575" cy="479"/>
            </a:xfrm>
            <a:prstGeom prst="rect">
              <a:avLst/>
            </a:prstGeom>
          </p:spPr>
        </p:pic>
      </p:grpSp>
      <p:grpSp>
        <p:nvGrpSpPr>
          <p:cNvPr id="179" name="Grupo 178"/>
          <p:cNvGrpSpPr/>
          <p:nvPr/>
        </p:nvGrpSpPr>
        <p:grpSpPr>
          <a:xfrm>
            <a:off x="8034655" y="5198110"/>
            <a:ext cx="1631950" cy="425450"/>
            <a:chOff x="8300" y="1041"/>
            <a:chExt cx="2570" cy="670"/>
          </a:xfrm>
        </p:grpSpPr>
        <p:sp>
          <p:nvSpPr>
            <p:cNvPr id="180" name="Cuadro de texto 179"/>
            <p:cNvSpPr txBox="1"/>
            <p:nvPr/>
          </p:nvSpPr>
          <p:spPr>
            <a:xfrm>
              <a:off x="8300" y="1145"/>
              <a:ext cx="2570" cy="56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s-MX" altLang="en-US" sz="1000"/>
                <a:t>Conexión API</a:t>
              </a:r>
              <a:endParaRPr lang="es-MX" altLang="en-US" sz="1000"/>
            </a:p>
          </p:txBody>
        </p:sp>
        <p:pic>
          <p:nvPicPr>
            <p:cNvPr id="181" name="Imagen 180"/>
            <p:cNvPicPr/>
            <p:nvPr/>
          </p:nvPicPr>
          <p:blipFill>
            <a:blip r:embed="rId11"/>
            <a:stretch>
              <a:fillRect/>
            </a:stretch>
          </p:blipFill>
          <p:spPr>
            <a:xfrm>
              <a:off x="8302" y="1041"/>
              <a:ext cx="575" cy="479"/>
            </a:xfrm>
            <a:prstGeom prst="rect">
              <a:avLst/>
            </a:prstGeom>
          </p:spPr>
        </p:pic>
      </p:grpSp>
      <p:grpSp>
        <p:nvGrpSpPr>
          <p:cNvPr id="182" name="Grupo 181"/>
          <p:cNvGrpSpPr/>
          <p:nvPr/>
        </p:nvGrpSpPr>
        <p:grpSpPr>
          <a:xfrm>
            <a:off x="5800725" y="2952750"/>
            <a:ext cx="1631950" cy="425450"/>
            <a:chOff x="8300" y="1041"/>
            <a:chExt cx="2570" cy="670"/>
          </a:xfrm>
        </p:grpSpPr>
        <p:sp>
          <p:nvSpPr>
            <p:cNvPr id="183" name="Cuadro de texto 182"/>
            <p:cNvSpPr txBox="1"/>
            <p:nvPr/>
          </p:nvSpPr>
          <p:spPr>
            <a:xfrm>
              <a:off x="8300" y="1145"/>
              <a:ext cx="2570" cy="56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s-MX" altLang="en-US" sz="1000"/>
                <a:t>Conexión API</a:t>
              </a:r>
              <a:endParaRPr lang="es-MX" altLang="en-US" sz="1000"/>
            </a:p>
          </p:txBody>
        </p:sp>
        <p:pic>
          <p:nvPicPr>
            <p:cNvPr id="184" name="Imagen 183"/>
            <p:cNvPicPr/>
            <p:nvPr/>
          </p:nvPicPr>
          <p:blipFill>
            <a:blip r:embed="rId11"/>
            <a:stretch>
              <a:fillRect/>
            </a:stretch>
          </p:blipFill>
          <p:spPr>
            <a:xfrm>
              <a:off x="8302" y="1041"/>
              <a:ext cx="575" cy="479"/>
            </a:xfrm>
            <a:prstGeom prst="rect">
              <a:avLst/>
            </a:prstGeom>
          </p:spPr>
        </p:pic>
      </p:grpSp>
      <p:grpSp>
        <p:nvGrpSpPr>
          <p:cNvPr id="185" name="Grupo 184"/>
          <p:cNvGrpSpPr/>
          <p:nvPr/>
        </p:nvGrpSpPr>
        <p:grpSpPr>
          <a:xfrm>
            <a:off x="3462020" y="5102860"/>
            <a:ext cx="1631950" cy="425450"/>
            <a:chOff x="8300" y="1041"/>
            <a:chExt cx="2570" cy="670"/>
          </a:xfrm>
        </p:grpSpPr>
        <p:sp>
          <p:nvSpPr>
            <p:cNvPr id="186" name="Cuadro de texto 185"/>
            <p:cNvSpPr txBox="1"/>
            <p:nvPr/>
          </p:nvSpPr>
          <p:spPr>
            <a:xfrm>
              <a:off x="8300" y="1145"/>
              <a:ext cx="2570" cy="56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s-MX" altLang="en-US" sz="1000"/>
                <a:t>Conexión API</a:t>
              </a:r>
              <a:endParaRPr lang="es-MX" altLang="en-US" sz="1000"/>
            </a:p>
          </p:txBody>
        </p:sp>
        <p:pic>
          <p:nvPicPr>
            <p:cNvPr id="187" name="Imagen 186"/>
            <p:cNvPicPr/>
            <p:nvPr/>
          </p:nvPicPr>
          <p:blipFill>
            <a:blip r:embed="rId11"/>
            <a:stretch>
              <a:fillRect/>
            </a:stretch>
          </p:blipFill>
          <p:spPr>
            <a:xfrm>
              <a:off x="8302" y="1041"/>
              <a:ext cx="575" cy="47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Imagen 4"/>
          <p:cNvPicPr/>
          <p:nvPr/>
        </p:nvPicPr>
        <p:blipFill>
          <a:blip r:embed="rId1"/>
          <a:srcRect l="15287" t="10395" r="22316" b="14123"/>
          <a:stretch>
            <a:fillRect/>
          </a:stretch>
        </p:blipFill>
        <p:spPr>
          <a:xfrm>
            <a:off x="9626600" y="109220"/>
            <a:ext cx="1967230" cy="1092835"/>
          </a:xfrm>
          <a:prstGeom prst="rect">
            <a:avLst/>
          </a:prstGeom>
        </p:spPr>
      </p:pic>
      <p:sp>
        <p:nvSpPr>
          <p:cNvPr id="6" name="Cuadro de texto 5"/>
          <p:cNvSpPr txBox="1"/>
          <p:nvPr/>
        </p:nvSpPr>
        <p:spPr>
          <a:xfrm>
            <a:off x="-309880" y="0"/>
            <a:ext cx="4064000" cy="483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s-MX" altLang="es-ES" b="1">
                <a:solidFill>
                  <a:srgbClr val="001876"/>
                </a:solidFill>
                <a:latin typeface="+mj-ea"/>
                <a:cs typeface="+mj-ea"/>
              </a:rPr>
              <a:t>9. SLA Requerido</a:t>
            </a:r>
            <a:r>
              <a:rPr lang="es-MX" altLang="es-ES" sz="6000" b="1">
                <a:solidFill>
                  <a:srgbClr val="001876"/>
                </a:solidFill>
                <a:latin typeface="+mj-ea"/>
                <a:cs typeface="+mj-ea"/>
              </a:rPr>
              <a:t> </a:t>
            </a:r>
            <a:endParaRPr lang="es-MX" altLang="es-ES" sz="6000" b="1">
              <a:solidFill>
                <a:srgbClr val="001876"/>
              </a:solidFill>
              <a:latin typeface="+mj-ea"/>
              <a:cs typeface="+mj-ea"/>
            </a:endParaRPr>
          </a:p>
        </p:txBody>
      </p:sp>
      <p:graphicFrame>
        <p:nvGraphicFramePr>
          <p:cNvPr id="2" name="Tabla 1"/>
          <p:cNvGraphicFramePr/>
          <p:nvPr>
            <p:custDataLst>
              <p:tags r:id="rId2"/>
            </p:custDataLst>
          </p:nvPr>
        </p:nvGraphicFramePr>
        <p:xfrm>
          <a:off x="715010" y="1202055"/>
          <a:ext cx="9234805" cy="3543300"/>
        </p:xfrm>
        <a:graphic>
          <a:graphicData uri="http://schemas.openxmlformats.org/drawingml/2006/table">
            <a:tbl>
              <a:tblPr/>
              <a:tblGrid>
                <a:gridCol w="3471545"/>
                <a:gridCol w="1720850"/>
                <a:gridCol w="2073910"/>
                <a:gridCol w="1968500"/>
              </a:tblGrid>
              <a:tr h="59055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Detalles</a:t>
                      </a:r>
                      <a:endParaRPr lang="en-US" altLang="zh-CN" sz="11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KPI´S</a:t>
                      </a:r>
                      <a:endParaRPr lang="en-US" altLang="zh-CN" sz="11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Porcentaje solicitado</a:t>
                      </a:r>
                      <a:endParaRPr lang="en-US" altLang="zh-CN" sz="11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Cumplimiento Imile</a:t>
                      </a:r>
                      <a:endParaRPr lang="en-US" altLang="zh-CN" sz="11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590550"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Entregas en Tiempo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OTIF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98%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98.50%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0550"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Entregas sin Faltante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Fill Rate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98%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99%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0550"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Arribo de Recolecciones en tiempo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Pick Up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98%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98%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0550"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Entregas sin daño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Incidencias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98%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99%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0550"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Servicio al cliente interno y Externo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Servicio al cliente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98%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99%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55" y="32385"/>
            <a:ext cx="12145645" cy="6664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5" name="Imagen 4"/>
          <p:cNvPicPr/>
          <p:nvPr/>
        </p:nvPicPr>
        <p:blipFill>
          <a:blip r:embed="rId1"/>
          <a:srcRect l="15287" t="10395" r="22316" b="14123"/>
          <a:stretch>
            <a:fillRect/>
          </a:stretch>
        </p:blipFill>
        <p:spPr>
          <a:xfrm>
            <a:off x="9626600" y="109220"/>
            <a:ext cx="1967230" cy="1092835"/>
          </a:xfrm>
          <a:prstGeom prst="rect">
            <a:avLst/>
          </a:prstGeom>
        </p:spPr>
      </p:pic>
      <p:sp>
        <p:nvSpPr>
          <p:cNvPr id="6" name="Cuadro de texto 5"/>
          <p:cNvSpPr txBox="1"/>
          <p:nvPr/>
        </p:nvSpPr>
        <p:spPr>
          <a:xfrm>
            <a:off x="-336550" y="401320"/>
            <a:ext cx="3406775" cy="509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s-MX" altLang="es-ES" sz="2000" b="1">
                <a:solidFill>
                  <a:srgbClr val="001876"/>
                </a:solidFill>
                <a:latin typeface="+mj-ea"/>
                <a:cs typeface="+mj-ea"/>
              </a:rPr>
              <a:t>Valores agregados</a:t>
            </a:r>
            <a:endParaRPr lang="es-MX" altLang="es-ES" sz="2000" b="1">
              <a:solidFill>
                <a:srgbClr val="001876"/>
              </a:solidFill>
              <a:latin typeface="+mj-ea"/>
              <a:cs typeface="+mj-ea"/>
            </a:endParaRPr>
          </a:p>
        </p:txBody>
      </p:sp>
      <p:sp>
        <p:nvSpPr>
          <p:cNvPr id="3" name="Cuadro de texto 2"/>
          <p:cNvSpPr txBox="1"/>
          <p:nvPr/>
        </p:nvSpPr>
        <p:spPr>
          <a:xfrm>
            <a:off x="276225" y="910590"/>
            <a:ext cx="10569575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s-MX" altLang="es-ES">
                <a:solidFill>
                  <a:schemeClr val="tx2">
                    <a:lumMod val="75000"/>
                  </a:schemeClr>
                </a:solidFill>
              </a:rPr>
              <a:t>Atención Personalizada:</a:t>
            </a:r>
            <a:endParaRPr lang="es-MX" altLang="es-ES">
              <a:solidFill>
                <a:schemeClr val="tx2">
                  <a:lumMod val="75000"/>
                </a:schemeClr>
              </a:solidFill>
            </a:endParaRPr>
          </a:p>
          <a:p>
            <a:endParaRPr lang="es-MX" altLang="es-ES"/>
          </a:p>
          <a:p>
            <a:r>
              <a:rPr lang="en-US" altLang="es-E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Se asignar</a:t>
            </a:r>
            <a:r>
              <a:rPr lang="en-US" alt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á</a:t>
            </a:r>
            <a:r>
              <a:rPr lang="en-US" altLang="es-E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 a la cuenta un equipo dedicado a desarrollar y brindar acompa</a:t>
            </a:r>
            <a:r>
              <a:rPr lang="en-US" alt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ñ</a:t>
            </a:r>
            <a:r>
              <a:rPr lang="en-US" altLang="es-E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amiento integral en la prestaci</a:t>
            </a:r>
            <a:r>
              <a:rPr lang="en-US" alt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ó</a:t>
            </a:r>
            <a:r>
              <a:rPr lang="en-US" altLang="es-E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n de los servicios.</a:t>
            </a:r>
            <a:br>
              <a:rPr lang="es-MX" altLang="es-ES"/>
            </a:br>
            <a:endParaRPr lang="es-MX" altLang="es-ES"/>
          </a:p>
        </p:txBody>
      </p:sp>
      <p:sp>
        <p:nvSpPr>
          <p:cNvPr id="11" name="Rectángulo 10"/>
          <p:cNvSpPr/>
          <p:nvPr/>
        </p:nvSpPr>
        <p:spPr>
          <a:xfrm>
            <a:off x="4723765" y="2223135"/>
            <a:ext cx="1674495" cy="3562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s-MX" altLang="es-ES"/>
              <a:t>Allen Liu</a:t>
            </a:r>
            <a:endParaRPr lang="es-MX" altLang="es-ES"/>
          </a:p>
        </p:txBody>
      </p:sp>
      <p:sp>
        <p:nvSpPr>
          <p:cNvPr id="12" name="Rectángulo 11"/>
          <p:cNvSpPr/>
          <p:nvPr/>
        </p:nvSpPr>
        <p:spPr>
          <a:xfrm>
            <a:off x="4733290" y="3072765"/>
            <a:ext cx="1674495" cy="3562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s-MX" altLang="es-ES"/>
              <a:t>Karla R</a:t>
            </a:r>
            <a:endParaRPr lang="es-MX" altLang="es-ES"/>
          </a:p>
        </p:txBody>
      </p:sp>
      <p:cxnSp>
        <p:nvCxnSpPr>
          <p:cNvPr id="13" name="Conector recto de flecha 12"/>
          <p:cNvCxnSpPr>
            <a:stCxn id="11" idx="2"/>
            <a:endCxn id="12" idx="0"/>
          </p:cNvCxnSpPr>
          <p:nvPr/>
        </p:nvCxnSpPr>
        <p:spPr>
          <a:xfrm>
            <a:off x="5561330" y="2579370"/>
            <a:ext cx="9525" cy="4933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Rectángulo 13"/>
          <p:cNvSpPr/>
          <p:nvPr/>
        </p:nvSpPr>
        <p:spPr>
          <a:xfrm>
            <a:off x="1851660" y="4260215"/>
            <a:ext cx="1873885" cy="3562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s-MX" altLang="es-ES"/>
              <a:t>Atención a Cliente</a:t>
            </a:r>
            <a:endParaRPr lang="es-MX" altLang="es-ES"/>
          </a:p>
        </p:txBody>
      </p:sp>
      <p:sp>
        <p:nvSpPr>
          <p:cNvPr id="15" name="Rectángulo 14"/>
          <p:cNvSpPr/>
          <p:nvPr/>
        </p:nvSpPr>
        <p:spPr>
          <a:xfrm>
            <a:off x="4723130" y="4260215"/>
            <a:ext cx="1674495" cy="3562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s-MX" altLang="es-ES"/>
              <a:t>In House</a:t>
            </a:r>
            <a:endParaRPr lang="es-MX" altLang="es-ES"/>
          </a:p>
        </p:txBody>
      </p:sp>
      <p:sp>
        <p:nvSpPr>
          <p:cNvPr id="16" name="Rectángulo 15"/>
          <p:cNvSpPr/>
          <p:nvPr/>
        </p:nvSpPr>
        <p:spPr>
          <a:xfrm>
            <a:off x="7465695" y="4260215"/>
            <a:ext cx="1674495" cy="3562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s-MX" altLang="es-ES"/>
              <a:t>Sop Admo</a:t>
            </a:r>
            <a:endParaRPr lang="es-MX" altLang="es-ES"/>
          </a:p>
        </p:txBody>
      </p:sp>
      <p:cxnSp>
        <p:nvCxnSpPr>
          <p:cNvPr id="17" name="Conector recto de flecha 16"/>
          <p:cNvCxnSpPr/>
          <p:nvPr/>
        </p:nvCxnSpPr>
        <p:spPr>
          <a:xfrm>
            <a:off x="2772410" y="3735070"/>
            <a:ext cx="10160" cy="4356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Conector recto de flecha 17"/>
          <p:cNvCxnSpPr/>
          <p:nvPr/>
        </p:nvCxnSpPr>
        <p:spPr>
          <a:xfrm>
            <a:off x="5570855" y="3735070"/>
            <a:ext cx="10160" cy="4356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Conector recto de flecha 18"/>
          <p:cNvCxnSpPr/>
          <p:nvPr/>
        </p:nvCxnSpPr>
        <p:spPr>
          <a:xfrm>
            <a:off x="8297545" y="3735070"/>
            <a:ext cx="10160" cy="4356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Conector recto 19"/>
          <p:cNvCxnSpPr/>
          <p:nvPr/>
        </p:nvCxnSpPr>
        <p:spPr>
          <a:xfrm>
            <a:off x="2760980" y="3711575"/>
            <a:ext cx="5547995" cy="234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Imagen 4"/>
          <p:cNvPicPr/>
          <p:nvPr/>
        </p:nvPicPr>
        <p:blipFill>
          <a:blip r:embed="rId1"/>
          <a:srcRect l="15287" t="10395" r="22316" b="14123"/>
          <a:stretch>
            <a:fillRect/>
          </a:stretch>
        </p:blipFill>
        <p:spPr>
          <a:xfrm>
            <a:off x="9626600" y="109220"/>
            <a:ext cx="1967230" cy="1092835"/>
          </a:xfrm>
          <a:prstGeom prst="rect">
            <a:avLst/>
          </a:prstGeom>
        </p:spPr>
      </p:pic>
      <p:sp>
        <p:nvSpPr>
          <p:cNvPr id="4" name="Cuadro de texto 3"/>
          <p:cNvSpPr txBox="1"/>
          <p:nvPr/>
        </p:nvSpPr>
        <p:spPr>
          <a:xfrm>
            <a:off x="76835" y="3633470"/>
            <a:ext cx="2330450" cy="85153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noAutofit/>
          </a:bodyPr>
          <a:p>
            <a:pPr algn="ctr"/>
            <a:endParaRPr lang="es-MX" altLang="es-ES"/>
          </a:p>
          <a:p>
            <a:pPr algn="ctr"/>
            <a:r>
              <a:rPr lang="es-MX" altLang="es-ES"/>
              <a:t>Sales Manager</a:t>
            </a:r>
            <a:endParaRPr lang="es-MX" altLang="es-ES"/>
          </a:p>
        </p:txBody>
      </p:sp>
      <p:sp>
        <p:nvSpPr>
          <p:cNvPr id="10" name="Cuadro de texto 9"/>
          <p:cNvSpPr txBox="1"/>
          <p:nvPr/>
        </p:nvSpPr>
        <p:spPr>
          <a:xfrm>
            <a:off x="2037715" y="2988945"/>
            <a:ext cx="8446135" cy="2584450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/>
              <a:t>Estructuraci</a:t>
            </a:r>
            <a:r>
              <a:rPr lang="en-US" altLang="en-US"/>
              <a:t>ó</a:t>
            </a:r>
            <a:r>
              <a:rPr lang="en-US" altLang="es-ES"/>
              <a:t>n y actualizaci</a:t>
            </a:r>
            <a:r>
              <a:rPr lang="en-US" altLang="en-US"/>
              <a:t>ó</a:t>
            </a:r>
            <a:r>
              <a:rPr lang="en-US" altLang="es-ES"/>
              <a:t>n de propuestas comerciales y tarifarias</a:t>
            </a:r>
            <a:endParaRPr lang="en-US" altLang="es-E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/>
              <a:t>Supervisi</a:t>
            </a:r>
            <a:r>
              <a:rPr lang="en-US" altLang="en-US"/>
              <a:t>ó</a:t>
            </a:r>
            <a:r>
              <a:rPr lang="en-US" altLang="es-ES"/>
              <a:t>n de la operaci</a:t>
            </a:r>
            <a:r>
              <a:rPr lang="en-US" altLang="en-US"/>
              <a:t>ó</a:t>
            </a:r>
            <a:r>
              <a:rPr lang="en-US" altLang="es-ES"/>
              <a:t>n diaria: recolecciones, entregas, tiempos de tr</a:t>
            </a:r>
            <a:r>
              <a:rPr lang="en-US" altLang="en-US"/>
              <a:t>á</a:t>
            </a:r>
            <a:r>
              <a:rPr lang="en-US" altLang="es-ES"/>
              <a:t>nsito e incidencias</a:t>
            </a:r>
            <a:endParaRPr lang="en-US" altLang="es-E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/>
              <a:t>Monitoreo y seguimiento puntual de env</a:t>
            </a:r>
            <a:r>
              <a:rPr lang="en-US" altLang="en-US"/>
              <a:t>í</a:t>
            </a:r>
            <a:r>
              <a:rPr lang="en-US" altLang="es-ES"/>
              <a:t>os y servicios especiales</a:t>
            </a:r>
            <a:endParaRPr lang="en-US" altLang="es-E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/>
              <a:t>An</a:t>
            </a:r>
            <a:r>
              <a:rPr lang="en-US" altLang="en-US"/>
              <a:t>á</a:t>
            </a:r>
            <a:r>
              <a:rPr lang="en-US" altLang="es-ES"/>
              <a:t>lisis y optimizaci</a:t>
            </a:r>
            <a:r>
              <a:rPr lang="en-US" altLang="en-US"/>
              <a:t>ó</a:t>
            </a:r>
            <a:r>
              <a:rPr lang="en-US" altLang="es-ES"/>
              <a:t>n de procesos log</a:t>
            </a:r>
            <a:r>
              <a:rPr lang="en-US" altLang="en-US"/>
              <a:t>í</a:t>
            </a:r>
            <a:r>
              <a:rPr lang="en-US" altLang="es-ES"/>
              <a:t>sticos</a:t>
            </a:r>
            <a:endParaRPr lang="en-US" altLang="es-E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/>
              <a:t>Generaci</a:t>
            </a:r>
            <a:r>
              <a:rPr lang="en-US" altLang="en-US"/>
              <a:t>ó</a:t>
            </a:r>
            <a:r>
              <a:rPr lang="en-US" altLang="es-ES"/>
              <a:t>n de reportes ejecutivos y m</a:t>
            </a:r>
            <a:r>
              <a:rPr lang="en-US" altLang="en-US"/>
              <a:t>é</a:t>
            </a:r>
            <a:r>
              <a:rPr lang="en-US" altLang="es-ES"/>
              <a:t>tricas de desempe</a:t>
            </a:r>
            <a:r>
              <a:rPr lang="en-US" altLang="en-US"/>
              <a:t>ñ</a:t>
            </a:r>
            <a:r>
              <a:rPr lang="en-US" altLang="es-ES"/>
              <a:t>o</a:t>
            </a:r>
            <a:endParaRPr lang="en-US" altLang="es-E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/>
              <a:t>Revisi</a:t>
            </a:r>
            <a:r>
              <a:rPr lang="en-US" altLang="en-US"/>
              <a:t>ó</a:t>
            </a:r>
            <a:r>
              <a:rPr lang="en-US" altLang="es-ES"/>
              <a:t>n de facturaci</a:t>
            </a:r>
            <a:r>
              <a:rPr lang="en-US" altLang="en-US"/>
              <a:t>ó</a:t>
            </a:r>
            <a:r>
              <a:rPr lang="en-US" altLang="es-ES"/>
              <a:t>n, aclaraciones y ajustes correspondientes</a:t>
            </a:r>
            <a:endParaRPr lang="en-US" altLang="es-E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/>
              <a:t>Desarrollo de proyectos estrat</a:t>
            </a:r>
            <a:r>
              <a:rPr lang="en-US" altLang="en-US"/>
              <a:t>é</a:t>
            </a:r>
            <a:r>
              <a:rPr lang="en-US" altLang="es-ES"/>
              <a:t>gicos y soluciones a la medida</a:t>
            </a:r>
            <a:endParaRPr lang="en-US" altLang="es-E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/>
              <a:t>Implementaci</a:t>
            </a:r>
            <a:r>
              <a:rPr lang="en-US" altLang="en-US"/>
              <a:t>ó</a:t>
            </a:r>
            <a:r>
              <a:rPr lang="en-US" altLang="es-ES"/>
              <a:t>n de acciones de mejora continua</a:t>
            </a:r>
            <a:endParaRPr lang="en-US" altLang="es-E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Imagen 4"/>
          <p:cNvPicPr/>
          <p:nvPr/>
        </p:nvPicPr>
        <p:blipFill>
          <a:blip r:embed="rId1"/>
          <a:srcRect l="15287" t="10395" r="22316" b="14123"/>
          <a:stretch>
            <a:fillRect/>
          </a:stretch>
        </p:blipFill>
        <p:spPr>
          <a:xfrm>
            <a:off x="10031730" y="109220"/>
            <a:ext cx="1967230" cy="1092835"/>
          </a:xfrm>
          <a:prstGeom prst="rect">
            <a:avLst/>
          </a:prstGeom>
        </p:spPr>
      </p:pic>
      <p:sp>
        <p:nvSpPr>
          <p:cNvPr id="4" name="Cuadro de texto 3"/>
          <p:cNvSpPr txBox="1"/>
          <p:nvPr/>
        </p:nvSpPr>
        <p:spPr>
          <a:xfrm>
            <a:off x="147320" y="1071245"/>
            <a:ext cx="2107565" cy="838200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s-MX" altLang="es-ES">
                <a:sym typeface="+mn-ea"/>
              </a:rPr>
              <a:t>Atención al cliente.</a:t>
            </a:r>
            <a:endParaRPr lang="es-MX" altLang="es-ES">
              <a:sym typeface="+mn-ea"/>
            </a:endParaRPr>
          </a:p>
        </p:txBody>
      </p:sp>
      <p:sp>
        <p:nvSpPr>
          <p:cNvPr id="10" name="Cuadro de texto 9"/>
          <p:cNvSpPr txBox="1"/>
          <p:nvPr/>
        </p:nvSpPr>
        <p:spPr>
          <a:xfrm>
            <a:off x="2165985" y="3727450"/>
            <a:ext cx="7460615" cy="2861310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p>
            <a:pPr marL="285750" lvl="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s-MX" altLang="en-US">
                <a:sym typeface="+mn-ea"/>
              </a:rPr>
              <a:t>Coordinaci</a:t>
            </a:r>
            <a:r>
              <a:rPr lang="es-MX" altLang="en-US">
                <a:sym typeface="+mn-ea"/>
              </a:rPr>
              <a:t>ó</a:t>
            </a:r>
            <a:r>
              <a:rPr lang="es-MX" altLang="en-US">
                <a:sym typeface="+mn-ea"/>
              </a:rPr>
              <a:t>n diaria de recolecciones.</a:t>
            </a:r>
            <a:endParaRPr lang="es-MX" altLang="en-US">
              <a:sym typeface="+mn-ea"/>
            </a:endParaRPr>
          </a:p>
          <a:p>
            <a:pPr marL="285750" lvl="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s-MX" altLang="en-US">
                <a:sym typeface="+mn-ea"/>
              </a:rPr>
              <a:t>Generación de guías.</a:t>
            </a:r>
            <a:endParaRPr lang="es-MX" altLang="en-US">
              <a:sym typeface="+mn-ea"/>
            </a:endParaRPr>
          </a:p>
          <a:p>
            <a:pPr marL="285750" lvl="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s-MX" altLang="en-US">
                <a:sym typeface="+mn-ea"/>
              </a:rPr>
              <a:t>Validaci</a:t>
            </a:r>
            <a:r>
              <a:rPr lang="es-MX" altLang="en-US">
                <a:sym typeface="+mn-ea"/>
              </a:rPr>
              <a:t>ó</a:t>
            </a:r>
            <a:r>
              <a:rPr lang="es-MX" altLang="en-US">
                <a:sym typeface="+mn-ea"/>
              </a:rPr>
              <a:t>n de </a:t>
            </a:r>
            <a:r>
              <a:rPr lang="es-MX" altLang="en-US">
                <a:sym typeface="+mn-ea"/>
              </a:rPr>
              <a:t>ó</a:t>
            </a:r>
            <a:r>
              <a:rPr lang="es-MX" altLang="en-US">
                <a:sym typeface="+mn-ea"/>
              </a:rPr>
              <a:t>rdenes de servicio y solicitudes generadas por Totalplay.</a:t>
            </a:r>
            <a:endParaRPr lang="es-MX" altLang="en-US">
              <a:sym typeface="+mn-ea"/>
            </a:endParaRPr>
          </a:p>
          <a:p>
            <a:pPr marL="285750" lvl="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s-MX" altLang="en-US">
                <a:sym typeface="+mn-ea"/>
              </a:rPr>
              <a:t>Supervisi</a:t>
            </a:r>
            <a:r>
              <a:rPr lang="es-MX" altLang="en-US">
                <a:sym typeface="+mn-ea"/>
              </a:rPr>
              <a:t>ó</a:t>
            </a:r>
            <a:r>
              <a:rPr lang="es-MX" altLang="en-US">
                <a:sym typeface="+mn-ea"/>
              </a:rPr>
              <a:t>n del cumplimiento de SLA de recolecci</a:t>
            </a:r>
            <a:r>
              <a:rPr lang="es-MX" altLang="en-US">
                <a:sym typeface="+mn-ea"/>
              </a:rPr>
              <a:t>ó</a:t>
            </a:r>
            <a:r>
              <a:rPr lang="es-MX" altLang="en-US">
                <a:sym typeface="+mn-ea"/>
              </a:rPr>
              <a:t>n y entrega.</a:t>
            </a:r>
            <a:endParaRPr lang="es-MX" altLang="en-US">
              <a:sym typeface="+mn-ea"/>
            </a:endParaRPr>
          </a:p>
          <a:p>
            <a:pPr marL="285750" lvl="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s-MX" altLang="en-US">
                <a:sym typeface="+mn-ea"/>
              </a:rPr>
              <a:t>Seguimiento puntual a incidencias (demoras, faltantes, retornos).</a:t>
            </a:r>
            <a:endParaRPr lang="es-MX" altLang="en-US">
              <a:sym typeface="+mn-ea"/>
            </a:endParaRPr>
          </a:p>
          <a:p>
            <a:pPr marL="285750" lvl="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s-MX" altLang="en-US">
                <a:sym typeface="+mn-ea"/>
              </a:rPr>
              <a:t>Gesti</a:t>
            </a:r>
            <a:r>
              <a:rPr lang="es-MX" altLang="en-US">
                <a:sym typeface="+mn-ea"/>
              </a:rPr>
              <a:t>ó</a:t>
            </a:r>
            <a:r>
              <a:rPr lang="es-MX" altLang="en-US">
                <a:sym typeface="+mn-ea"/>
              </a:rPr>
              <a:t>n de devoluciones.</a:t>
            </a:r>
            <a:endParaRPr lang="es-MX" altLang="en-US">
              <a:sym typeface="+mn-ea"/>
            </a:endParaRPr>
          </a:p>
          <a:p>
            <a:pPr marL="285750" lvl="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s-MX" altLang="en-US">
                <a:sym typeface="+mn-ea"/>
              </a:rPr>
              <a:t>Reporte diario de operaci</a:t>
            </a:r>
            <a:r>
              <a:rPr lang="es-MX" altLang="en-US">
                <a:sym typeface="+mn-ea"/>
              </a:rPr>
              <a:t>ó</a:t>
            </a:r>
            <a:r>
              <a:rPr lang="es-MX" altLang="en-US">
                <a:sym typeface="+mn-ea"/>
              </a:rPr>
              <a:t>n a Totalplay.</a:t>
            </a:r>
            <a:endParaRPr lang="es-MX" altLang="en-US">
              <a:sym typeface="+mn-ea"/>
            </a:endParaRPr>
          </a:p>
          <a:p>
            <a:pPr marL="285750" lvl="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s-MX" altLang="en-US">
                <a:sym typeface="+mn-ea"/>
              </a:rPr>
              <a:t>Atenci</a:t>
            </a:r>
            <a:r>
              <a:rPr lang="es-MX" altLang="en-US">
                <a:sym typeface="+mn-ea"/>
              </a:rPr>
              <a:t>ó</a:t>
            </a:r>
            <a:r>
              <a:rPr lang="es-MX" altLang="en-US">
                <a:sym typeface="+mn-ea"/>
              </a:rPr>
              <a:t>n a </a:t>
            </a:r>
            <a:r>
              <a:rPr lang="es-MX" altLang="en-US">
                <a:sym typeface="+mn-ea"/>
              </a:rPr>
              <a:t>á</a:t>
            </a:r>
            <a:r>
              <a:rPr lang="es-MX" altLang="en-US">
                <a:sym typeface="+mn-ea"/>
              </a:rPr>
              <a:t>reas internas (t</a:t>
            </a:r>
            <a:r>
              <a:rPr lang="es-MX" altLang="en-US">
                <a:sym typeface="+mn-ea"/>
              </a:rPr>
              <a:t>é</a:t>
            </a:r>
            <a:r>
              <a:rPr lang="es-MX" altLang="en-US">
                <a:sym typeface="+mn-ea"/>
              </a:rPr>
              <a:t>cnicos, almac</a:t>
            </a:r>
            <a:r>
              <a:rPr lang="es-MX" altLang="en-US">
                <a:sym typeface="+mn-ea"/>
              </a:rPr>
              <a:t>é</a:t>
            </a:r>
            <a:r>
              <a:rPr lang="es-MX" altLang="en-US">
                <a:sym typeface="+mn-ea"/>
              </a:rPr>
              <a:t>n, coordinaci</a:t>
            </a:r>
            <a:r>
              <a:rPr lang="es-MX" altLang="en-US">
                <a:sym typeface="+mn-ea"/>
              </a:rPr>
              <a:t>ó</a:t>
            </a:r>
            <a:r>
              <a:rPr lang="es-MX" altLang="en-US">
                <a:sym typeface="+mn-ea"/>
              </a:rPr>
              <a:t>n nacional).</a:t>
            </a:r>
            <a:endParaRPr lang="es-MX" altLang="en-US">
              <a:sym typeface="+mn-ea"/>
            </a:endParaRPr>
          </a:p>
          <a:p>
            <a:pPr marL="285750" lvl="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s-MX" altLang="en-US">
                <a:sym typeface="+mn-ea"/>
              </a:rPr>
              <a:t>Aseguramiento de cumplimiento de procesos establecidos por Totalplay.</a:t>
            </a:r>
            <a:endParaRPr lang="es-MX" altLang="en-US">
              <a:sym typeface="+mn-ea"/>
            </a:endParaRPr>
          </a:p>
          <a:p>
            <a:pPr marL="285750" lvl="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s-MX" altLang="en-US">
                <a:sym typeface="+mn-ea"/>
              </a:rPr>
              <a:t> Soporte en auditor</a:t>
            </a:r>
            <a:r>
              <a:rPr lang="es-MX" altLang="en-US">
                <a:sym typeface="+mn-ea"/>
              </a:rPr>
              <a:t>í</a:t>
            </a:r>
            <a:r>
              <a:rPr lang="es-MX" altLang="en-US">
                <a:sym typeface="+mn-ea"/>
              </a:rPr>
              <a:t>as internas o externas sobre manejo de material.</a:t>
            </a:r>
            <a:endParaRPr lang="es-MX" altLang="en-US">
              <a:sym typeface="+mn-ea"/>
            </a:endParaRPr>
          </a:p>
        </p:txBody>
      </p:sp>
      <p:sp>
        <p:nvSpPr>
          <p:cNvPr id="2" name="Cuadro de texto 1"/>
          <p:cNvSpPr txBox="1"/>
          <p:nvPr/>
        </p:nvSpPr>
        <p:spPr>
          <a:xfrm>
            <a:off x="200025" y="4634865"/>
            <a:ext cx="1965960" cy="81597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s-MX" altLang="es-ES">
                <a:sym typeface="+mn-ea"/>
              </a:rPr>
              <a:t>In House </a:t>
            </a:r>
            <a:endParaRPr lang="es-MX" altLang="es-ES">
              <a:sym typeface="+mn-ea"/>
            </a:endParaRPr>
          </a:p>
        </p:txBody>
      </p:sp>
      <p:sp>
        <p:nvSpPr>
          <p:cNvPr id="3" name="Cuadro de texto 2"/>
          <p:cNvSpPr txBox="1"/>
          <p:nvPr/>
        </p:nvSpPr>
        <p:spPr>
          <a:xfrm>
            <a:off x="2165985" y="426720"/>
            <a:ext cx="7460615" cy="23069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altLang="en-US"/>
              <a:t>Supervición y coordinación  de los sistemas para el correcto funcionamiento de los sistemas. </a:t>
            </a:r>
            <a:endParaRPr lang="es-MX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altLang="en-US"/>
              <a:t> </a:t>
            </a:r>
            <a:r>
              <a:rPr lang="es-MX" altLang="en-US">
                <a:sym typeface="+mn-ea"/>
              </a:rPr>
              <a:t>Supervición y coordinación  para el cumplimiento de KPI´S</a:t>
            </a:r>
            <a:endParaRPr lang="es-MX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/>
              <a:t>Coordinar la operaci</a:t>
            </a:r>
            <a:r>
              <a:rPr lang="en-US" altLang="en-US"/>
              <a:t>ó</a:t>
            </a:r>
            <a:r>
              <a:rPr lang="en-US" altLang="es-ES"/>
              <a:t>n log</a:t>
            </a:r>
            <a:r>
              <a:rPr lang="en-US" altLang="en-US"/>
              <a:t>í</a:t>
            </a:r>
            <a:r>
              <a:rPr lang="en-US" altLang="es-ES"/>
              <a:t>stica del cliente: Asegurar que los env</a:t>
            </a:r>
            <a:r>
              <a:rPr lang="en-US" altLang="en-US"/>
              <a:t>í</a:t>
            </a:r>
            <a:r>
              <a:rPr lang="en-US" altLang="es-ES"/>
              <a:t>os salgan y lleguen correctamente: coordinar con transporte, almacenes, couriers — supervisar que las entregas se cumplan, hacer seguimiento de env</a:t>
            </a:r>
            <a:r>
              <a:rPr lang="en-US" altLang="en-US"/>
              <a:t>í</a:t>
            </a:r>
            <a:r>
              <a:rPr lang="en-US" altLang="es-ES"/>
              <a:t>os, gestionar tiempos, costos, documentaci</a:t>
            </a:r>
            <a:r>
              <a:rPr lang="en-US" altLang="en-US"/>
              <a:t>ó</a:t>
            </a:r>
            <a:r>
              <a:rPr lang="en-US" altLang="es-ES"/>
              <a:t>n si aplica. </a:t>
            </a:r>
            <a:endParaRPr lang="en-US" altLang="es-E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s-E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Imagen 7"/>
          <p:cNvPicPr/>
          <p:nvPr/>
        </p:nvPicPr>
        <p:blipFill>
          <a:blip r:embed="rId1"/>
          <a:stretch>
            <a:fillRect/>
          </a:stretch>
        </p:blipFill>
        <p:spPr>
          <a:xfrm>
            <a:off x="10473055" y="5953125"/>
            <a:ext cx="1605915" cy="791845"/>
          </a:xfrm>
          <a:prstGeom prst="rect">
            <a:avLst/>
          </a:prstGeom>
        </p:spPr>
      </p:pic>
      <p:sp>
        <p:nvSpPr>
          <p:cNvPr id="3" name="Cuadro de texto 2"/>
          <p:cNvSpPr txBox="1"/>
          <p:nvPr/>
        </p:nvSpPr>
        <p:spPr>
          <a:xfrm>
            <a:off x="1666875" y="3773170"/>
            <a:ext cx="1550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s-MX" altLang="es-ES" b="1">
                <a:solidFill>
                  <a:srgbClr val="001876"/>
                </a:solidFill>
              </a:rPr>
              <a:t> Facturación.</a:t>
            </a:r>
            <a:endParaRPr lang="es-MX" altLang="es-ES" b="1">
              <a:solidFill>
                <a:srgbClr val="001876"/>
              </a:solidFill>
            </a:endParaRPr>
          </a:p>
        </p:txBody>
      </p:sp>
      <p:pic>
        <p:nvPicPr>
          <p:cNvPr id="2" name="Imagen 1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256280"/>
          </a:xfrm>
          <a:prstGeom prst="rect">
            <a:avLst/>
          </a:prstGeom>
        </p:spPr>
      </p:pic>
      <p:sp>
        <p:nvSpPr>
          <p:cNvPr id="4" name="Cuadro de texto 3"/>
          <p:cNvSpPr txBox="1"/>
          <p:nvPr/>
        </p:nvSpPr>
        <p:spPr>
          <a:xfrm>
            <a:off x="4485640" y="3773170"/>
            <a:ext cx="1550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s-MX" altLang="es-ES" b="1">
                <a:solidFill>
                  <a:srgbClr val="001876"/>
                </a:solidFill>
              </a:rPr>
              <a:t> Indicadores.</a:t>
            </a:r>
            <a:endParaRPr lang="es-MX" altLang="es-ES" b="1">
              <a:solidFill>
                <a:srgbClr val="001876"/>
              </a:solidFill>
            </a:endParaRPr>
          </a:p>
        </p:txBody>
      </p:sp>
      <p:sp>
        <p:nvSpPr>
          <p:cNvPr id="7" name="Cuadro de texto 6"/>
          <p:cNvSpPr txBox="1"/>
          <p:nvPr/>
        </p:nvSpPr>
        <p:spPr>
          <a:xfrm>
            <a:off x="7573645" y="3634740"/>
            <a:ext cx="17456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s-MX" altLang="es-ES" b="1">
                <a:solidFill>
                  <a:srgbClr val="001876"/>
                </a:solidFill>
              </a:rPr>
              <a:t>Comprobantes de entrega</a:t>
            </a:r>
            <a:endParaRPr lang="es-MX" altLang="es-ES" b="1">
              <a:solidFill>
                <a:srgbClr val="001876"/>
              </a:solidFill>
            </a:endParaRPr>
          </a:p>
        </p:txBody>
      </p:sp>
      <p:sp>
        <p:nvSpPr>
          <p:cNvPr id="11" name="Cuadro de texto 10"/>
          <p:cNvSpPr txBox="1"/>
          <p:nvPr/>
        </p:nvSpPr>
        <p:spPr>
          <a:xfrm>
            <a:off x="1404620" y="4368800"/>
            <a:ext cx="2439670" cy="1599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altLang="es-ES" sz="1400"/>
              <a:t>Se otorgan </a:t>
            </a:r>
            <a:r>
              <a:rPr lang="es-MX" altLang="es-ES" sz="1400" b="1"/>
              <a:t>60</a:t>
            </a:r>
            <a:r>
              <a:rPr lang="es-MX" altLang="es-ES" sz="1400"/>
              <a:t> días de Credito. </a:t>
            </a:r>
            <a:endParaRPr lang="es-MX" altLang="es-E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altLang="es-ES" sz="1400"/>
              <a:t>Se hacen registros a las plataformas para subir facturas por mes.</a:t>
            </a:r>
            <a:endParaRPr lang="es-MX" altLang="es-E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altLang="es-ES" sz="1400"/>
              <a:t>Facturación por 900 posiciones.</a:t>
            </a:r>
            <a:endParaRPr lang="es-MX" altLang="es-ES" sz="1400"/>
          </a:p>
        </p:txBody>
      </p:sp>
      <p:sp>
        <p:nvSpPr>
          <p:cNvPr id="12" name="Cuadro de texto 11"/>
          <p:cNvSpPr txBox="1"/>
          <p:nvPr/>
        </p:nvSpPr>
        <p:spPr>
          <a:xfrm>
            <a:off x="4262755" y="4433570"/>
            <a:ext cx="199580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buClrTx/>
              <a:buSzTx/>
              <a:buFontTx/>
            </a:pPr>
            <a:r>
              <a:rPr lang="es-MX" altLang="es-ES" sz="1400"/>
              <a:t>Se comparten reportes de manera semanal o de acuerdo a la solicitud del cliente.</a:t>
            </a:r>
            <a:endParaRPr lang="es-MX" altLang="es-ES" sz="1400"/>
          </a:p>
          <a:p>
            <a:pPr algn="just"/>
            <a:r>
              <a:rPr lang="es-MX" altLang="es-ES" sz="1400"/>
              <a:t> </a:t>
            </a:r>
            <a:br>
              <a:rPr lang="es-MX" altLang="es-ES" sz="1400"/>
            </a:br>
            <a:endParaRPr lang="es-MX" altLang="es-ES" sz="1400"/>
          </a:p>
        </p:txBody>
      </p:sp>
      <p:sp>
        <p:nvSpPr>
          <p:cNvPr id="13" name="Cuadro de texto 12"/>
          <p:cNvSpPr txBox="1"/>
          <p:nvPr/>
        </p:nvSpPr>
        <p:spPr>
          <a:xfrm>
            <a:off x="7072630" y="4504690"/>
            <a:ext cx="274764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just">
              <a:buClrTx/>
              <a:buSzTx/>
              <a:buFontTx/>
            </a:pPr>
            <a:r>
              <a:rPr lang="es-MX" altLang="es-ES" sz="1400">
                <a:sym typeface="+mn-ea"/>
              </a:rPr>
              <a:t>Se toma evidencia fotogr</a:t>
            </a:r>
            <a:r>
              <a:rPr lang="es-MX" altLang="es-ES" sz="1400">
                <a:sym typeface="+mn-ea"/>
              </a:rPr>
              <a:t>á</a:t>
            </a:r>
            <a:r>
              <a:rPr lang="es-MX" altLang="es-ES" sz="1400">
                <a:sym typeface="+mn-ea"/>
              </a:rPr>
              <a:t>fica de la entrega, lo que permite </a:t>
            </a:r>
            <a:r>
              <a:rPr lang="es-MX" altLang="es-ES" sz="1400">
                <a:sym typeface="+mn-ea"/>
              </a:rPr>
              <a:t>minimizar </a:t>
            </a:r>
            <a:r>
              <a:rPr lang="es-MX" altLang="es-ES" sz="1400">
                <a:sym typeface="+mn-ea"/>
              </a:rPr>
              <a:t>errores y ga</a:t>
            </a:r>
            <a:r>
              <a:rPr lang="es-MX" altLang="es-ES" sz="1400">
                <a:sym typeface="+mn-ea"/>
              </a:rPr>
              <a:t>rantizar que el paquete llegue al destinatario correcto</a:t>
            </a:r>
            <a:r>
              <a:rPr lang="es-MX" altLang="es-ES" sz="1400">
                <a:sym typeface="+mn-ea"/>
              </a:rPr>
              <a:t> </a:t>
            </a:r>
            <a:endParaRPr lang="es-MX" altLang="es-ES" sz="1400"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346481" y="544257"/>
              <a:ext cx="1040964" cy="55928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19079" y="2222588"/>
              <a:ext cx="3153841" cy="170163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6765" y="6168390"/>
              <a:ext cx="287020" cy="28702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118235" y="6170295"/>
            <a:ext cx="148209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Microsoft YaHei" panose="020B0503020204020204" charset="-122"/>
                <a:cs typeface="Microsoft YaHei" panose="020B0503020204020204" charset="-122"/>
                <a:hlinkClick r:id="rId5"/>
              </a:rPr>
              <a:t>www.imile.com</a:t>
            </a:r>
            <a:endParaRPr sz="16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97*141"/>
  <p:tag name="TABLE_ENDDRAG_RECT" val="56*120*597*14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4473</Words>
  <Application>WPS Presentation</Application>
  <PresentationFormat>宽屏</PresentationFormat>
  <Paragraphs>243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SimSun</vt:lpstr>
      <vt:lpstr>Wingdings</vt:lpstr>
      <vt:lpstr>Calibri Light</vt:lpstr>
      <vt:lpstr>Arial Unicode MS</vt:lpstr>
      <vt:lpstr>Microsoft YaHei</vt:lpstr>
      <vt:lpstr>Calibri</vt:lpstr>
      <vt:lpstr>黑体</vt:lpstr>
      <vt:lpstr>Arial MT</vt:lpstr>
      <vt:lpstr>Segoe UI Symbol</vt:lpstr>
      <vt:lpstr>Calibri</vt:lpstr>
      <vt:lpstr>Office Theme</vt:lpstr>
      <vt:lpstr>PowerPoint 演示文稿</vt:lpstr>
      <vt:lpstr>PowerPoint 演示文稿</vt:lpstr>
      <vt:lpstr>Presencia Global</vt:lpstr>
      <vt:lpstr>Construyendo infraestructura para el </vt:lpstr>
      <vt:lpstr>iMile MÉXICO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iMile</dc:creator>
  <cp:lastModifiedBy>iMile</cp:lastModifiedBy>
  <cp:revision>6</cp:revision>
  <dcterms:created xsi:type="dcterms:W3CDTF">2025-07-23T00:59:00Z</dcterms:created>
  <dcterms:modified xsi:type="dcterms:W3CDTF">2025-12-01T16:17:29Z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3082-12.2.0.23155</vt:lpwstr>
  </property>
  <property fmtid="{D5CDD505-2E9C-101B-9397-08002B2CF9AE}" pid="3" name="ICV">
    <vt:lpwstr>A6C58F75D253445DA909EA1FF7BDE4BE_11</vt:lpwstr>
  </property>
</Properties>
</file>